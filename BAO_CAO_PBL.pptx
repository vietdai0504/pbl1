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6"/>
  </p:notesMasterIdLst>
  <p:sldIdLst>
    <p:sldId id="257" r:id="rId5"/>
    <p:sldId id="258" r:id="rId6"/>
    <p:sldId id="259" r:id="rId7"/>
    <p:sldId id="295" r:id="rId8"/>
    <p:sldId id="297" r:id="rId9"/>
    <p:sldId id="304" r:id="rId10"/>
    <p:sldId id="311" r:id="rId11"/>
    <p:sldId id="306" r:id="rId12"/>
    <p:sldId id="307" r:id="rId13"/>
    <p:sldId id="308" r:id="rId14"/>
    <p:sldId id="30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96FB7-011D-423E-B5E1-05A3A33F8A4A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FC0C6-D26F-4982-986A-FF140041D1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711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606f1c2d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606f1c2d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4216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0724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3426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7FC0C6-D26F-4982-986A-FF140041D13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2244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6661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66082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92666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0467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64800" y="264800"/>
            <a:ext cx="11662400" cy="6347600"/>
          </a:xfrm>
          <a:prstGeom prst="frame">
            <a:avLst>
              <a:gd name="adj1" fmla="val 4126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398300" y="4078167"/>
            <a:ext cx="6552000" cy="154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9172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Sub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264800" y="264800"/>
            <a:ext cx="11662400" cy="6347600"/>
          </a:xfrm>
          <a:prstGeom prst="frame">
            <a:avLst>
              <a:gd name="adj1" fmla="val 4126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3"/>
          <p:cNvSpPr txBox="1">
            <a:spLocks noGrp="1"/>
          </p:cNvSpPr>
          <p:nvPr>
            <p:ph type="ctrTitle"/>
          </p:nvPr>
        </p:nvSpPr>
        <p:spPr>
          <a:xfrm>
            <a:off x="1350400" y="3330333"/>
            <a:ext cx="6600000" cy="154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ubTitle" idx="1"/>
          </p:nvPr>
        </p:nvSpPr>
        <p:spPr>
          <a:xfrm>
            <a:off x="1350400" y="4904336"/>
            <a:ext cx="6600000" cy="10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>
                <a:solidFill>
                  <a:srgbClr val="00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14277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 + 1 column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264800" y="264800"/>
            <a:ext cx="11662400" cy="6347600"/>
          </a:xfrm>
          <a:prstGeom prst="frame">
            <a:avLst>
              <a:gd name="adj1" fmla="val 4126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1158867" y="1130133"/>
            <a:ext cx="6789600" cy="18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1158867" y="3083900"/>
            <a:ext cx="9874400" cy="267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74121">
              <a:spcBef>
                <a:spcPts val="800"/>
              </a:spcBef>
              <a:spcAft>
                <a:spcPts val="0"/>
              </a:spcAft>
              <a:buSzPts val="2000"/>
              <a:buChar char="▪"/>
              <a:defRPr/>
            </a:lvl1pPr>
            <a:lvl2pPr marL="1219170" lvl="1" indent="-474121">
              <a:spcBef>
                <a:spcPts val="0"/>
              </a:spcBef>
              <a:spcAft>
                <a:spcPts val="0"/>
              </a:spcAft>
              <a:buSzPts val="2000"/>
              <a:buChar char="□"/>
              <a:defRPr/>
            </a:lvl2pPr>
            <a:lvl3pPr marL="1828754" lvl="2" indent="-474121">
              <a:spcBef>
                <a:spcPts val="0"/>
              </a:spcBef>
              <a:spcAft>
                <a:spcPts val="0"/>
              </a:spcAft>
              <a:buSzPts val="2000"/>
              <a:buChar char="□"/>
              <a:defRPr/>
            </a:lvl3pPr>
            <a:lvl4pPr marL="2438339" lvl="3" indent="-474121">
              <a:spcBef>
                <a:spcPts val="0"/>
              </a:spcBef>
              <a:spcAft>
                <a:spcPts val="0"/>
              </a:spcAft>
              <a:buSzPts val="2000"/>
              <a:buChar char="□"/>
              <a:defRPr/>
            </a:lvl4pPr>
            <a:lvl5pPr marL="3047924" lvl="4" indent="-474121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5pPr>
            <a:lvl6pPr marL="3657509" lvl="5" indent="-474121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6pPr>
            <a:lvl7pPr marL="4267093" lvl="6" indent="-474121"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7pPr>
            <a:lvl8pPr marL="4876678" lvl="7" indent="-474121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8pPr>
            <a:lvl9pPr marL="5486263" lvl="8" indent="-474121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47790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 + 2 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264800" y="264800"/>
            <a:ext cx="11662400" cy="6347600"/>
          </a:xfrm>
          <a:prstGeom prst="frame">
            <a:avLst>
              <a:gd name="adj1" fmla="val 4126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1158867" y="1130133"/>
            <a:ext cx="6789600" cy="18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body" idx="1"/>
          </p:nvPr>
        </p:nvSpPr>
        <p:spPr>
          <a:xfrm>
            <a:off x="1158867" y="3083900"/>
            <a:ext cx="4792800" cy="28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>
              <a:spcBef>
                <a:spcPts val="800"/>
              </a:spcBef>
              <a:spcAft>
                <a:spcPts val="0"/>
              </a:spcAft>
              <a:buSzPts val="1600"/>
              <a:buChar char="▪"/>
              <a:defRPr sz="2133"/>
            </a:lvl1pPr>
            <a:lvl2pPr marL="1219170" lvl="1" indent="-440256">
              <a:spcBef>
                <a:spcPts val="0"/>
              </a:spcBef>
              <a:spcAft>
                <a:spcPts val="0"/>
              </a:spcAft>
              <a:buSzPts val="1600"/>
              <a:buChar char="□"/>
              <a:defRPr sz="2133"/>
            </a:lvl2pPr>
            <a:lvl3pPr marL="1828754" lvl="2" indent="-440256">
              <a:spcBef>
                <a:spcPts val="0"/>
              </a:spcBef>
              <a:spcAft>
                <a:spcPts val="0"/>
              </a:spcAft>
              <a:buSzPts val="1600"/>
              <a:buChar char="□"/>
              <a:defRPr sz="2133"/>
            </a:lvl3pPr>
            <a:lvl4pPr marL="2438339" lvl="3" indent="-440256">
              <a:spcBef>
                <a:spcPts val="0"/>
              </a:spcBef>
              <a:spcAft>
                <a:spcPts val="0"/>
              </a:spcAft>
              <a:buSzPts val="1600"/>
              <a:buChar char="□"/>
              <a:defRPr sz="2133"/>
            </a:lvl4pPr>
            <a:lvl5pPr marL="3047924" lvl="4" indent="-440256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2133"/>
            </a:lvl5pPr>
            <a:lvl6pPr marL="3657509" lvl="5" indent="-440256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2133"/>
            </a:lvl6pPr>
            <a:lvl7pPr marL="4267093" lvl="6" indent="-440256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7pPr>
            <a:lvl8pPr marL="4876678" lvl="7" indent="-440256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2133"/>
            </a:lvl8pPr>
            <a:lvl9pPr marL="5486263" lvl="8" indent="-440256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2133"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2"/>
          </p:nvPr>
        </p:nvSpPr>
        <p:spPr>
          <a:xfrm>
            <a:off x="6240304" y="3083900"/>
            <a:ext cx="4792800" cy="28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>
              <a:spcBef>
                <a:spcPts val="800"/>
              </a:spcBef>
              <a:spcAft>
                <a:spcPts val="0"/>
              </a:spcAft>
              <a:buSzPts val="1600"/>
              <a:buChar char="▪"/>
              <a:defRPr sz="2133"/>
            </a:lvl1pPr>
            <a:lvl2pPr marL="1219170" lvl="1" indent="-440256">
              <a:spcBef>
                <a:spcPts val="0"/>
              </a:spcBef>
              <a:spcAft>
                <a:spcPts val="0"/>
              </a:spcAft>
              <a:buSzPts val="1600"/>
              <a:buChar char="□"/>
              <a:defRPr sz="2133"/>
            </a:lvl2pPr>
            <a:lvl3pPr marL="1828754" lvl="2" indent="-440256">
              <a:spcBef>
                <a:spcPts val="0"/>
              </a:spcBef>
              <a:spcAft>
                <a:spcPts val="0"/>
              </a:spcAft>
              <a:buSzPts val="1600"/>
              <a:buChar char="□"/>
              <a:defRPr sz="2133"/>
            </a:lvl3pPr>
            <a:lvl4pPr marL="2438339" lvl="3" indent="-440256">
              <a:spcBef>
                <a:spcPts val="0"/>
              </a:spcBef>
              <a:spcAft>
                <a:spcPts val="0"/>
              </a:spcAft>
              <a:buSzPts val="1600"/>
              <a:buChar char="□"/>
              <a:defRPr sz="2133"/>
            </a:lvl4pPr>
            <a:lvl5pPr marL="3047924" lvl="4" indent="-440256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2133"/>
            </a:lvl5pPr>
            <a:lvl6pPr marL="3657509" lvl="5" indent="-440256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2133"/>
            </a:lvl6pPr>
            <a:lvl7pPr marL="4267093" lvl="6" indent="-440256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7pPr>
            <a:lvl8pPr marL="4876678" lvl="7" indent="-440256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2133"/>
            </a:lvl8pPr>
            <a:lvl9pPr marL="5486263" lvl="8" indent="-440256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2133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7178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 + 3 column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/>
          <p:nvPr/>
        </p:nvSpPr>
        <p:spPr>
          <a:xfrm>
            <a:off x="264800" y="264800"/>
            <a:ext cx="11662400" cy="6347600"/>
          </a:xfrm>
          <a:prstGeom prst="frame">
            <a:avLst>
              <a:gd name="adj1" fmla="val 4126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1158867" y="1130133"/>
            <a:ext cx="6789600" cy="18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1"/>
          </p:nvPr>
        </p:nvSpPr>
        <p:spPr>
          <a:xfrm>
            <a:off x="1158867" y="3083900"/>
            <a:ext cx="3155200" cy="27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800"/>
              </a:spcBef>
              <a:spcAft>
                <a:spcPts val="0"/>
              </a:spcAft>
              <a:buSzPts val="1400"/>
              <a:buChar char="▪"/>
              <a:defRPr sz="1867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□"/>
              <a:defRPr sz="1867"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□"/>
              <a:defRPr sz="1867"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□"/>
              <a:defRPr sz="1867"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67"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67"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67"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67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2"/>
          </p:nvPr>
        </p:nvSpPr>
        <p:spPr>
          <a:xfrm>
            <a:off x="4475652" y="3083900"/>
            <a:ext cx="3155200" cy="27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800"/>
              </a:spcBef>
              <a:spcAft>
                <a:spcPts val="0"/>
              </a:spcAft>
              <a:buSzPts val="1400"/>
              <a:buChar char="▪"/>
              <a:defRPr sz="1867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□"/>
              <a:defRPr sz="1867"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□"/>
              <a:defRPr sz="1867"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□"/>
              <a:defRPr sz="1867"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67"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67"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67"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67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3"/>
          </p:nvPr>
        </p:nvSpPr>
        <p:spPr>
          <a:xfrm>
            <a:off x="7792439" y="3083900"/>
            <a:ext cx="3155200" cy="27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800"/>
              </a:spcBef>
              <a:spcAft>
                <a:spcPts val="0"/>
              </a:spcAft>
              <a:buSzPts val="1400"/>
              <a:buChar char="▪"/>
              <a:defRPr sz="1867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□"/>
              <a:defRPr sz="1867"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□"/>
              <a:defRPr sz="1867"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□"/>
              <a:defRPr sz="1867"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67"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67"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67"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67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501205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/>
          <p:nvPr/>
        </p:nvSpPr>
        <p:spPr>
          <a:xfrm>
            <a:off x="264800" y="264800"/>
            <a:ext cx="11662400" cy="6347600"/>
          </a:xfrm>
          <a:prstGeom prst="frame">
            <a:avLst>
              <a:gd name="adj1" fmla="val 4126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2" name="Google Shape;42;p8"/>
          <p:cNvSpPr txBox="1">
            <a:spLocks noGrp="1"/>
          </p:cNvSpPr>
          <p:nvPr>
            <p:ph type="title"/>
          </p:nvPr>
        </p:nvSpPr>
        <p:spPr>
          <a:xfrm>
            <a:off x="1158867" y="1130133"/>
            <a:ext cx="6789600" cy="18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5271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264800" y="264800"/>
            <a:ext cx="11662400" cy="6347600"/>
          </a:xfrm>
          <a:prstGeom prst="frame">
            <a:avLst>
              <a:gd name="adj1" fmla="val 4126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1"/>
          </p:nvPr>
        </p:nvSpPr>
        <p:spPr>
          <a:xfrm>
            <a:off x="1120567" y="5265467"/>
            <a:ext cx="9950800" cy="6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304792">
              <a:spcBef>
                <a:spcPts val="480"/>
              </a:spcBef>
              <a:spcAft>
                <a:spcPts val="0"/>
              </a:spcAft>
              <a:buSzPts val="1800"/>
              <a:buFont typeface="Work Sans"/>
              <a:buNone/>
              <a:defRPr sz="2400" b="1">
                <a:latin typeface="Work Sans"/>
                <a:ea typeface="Work Sans"/>
                <a:cs typeface="Work Sans"/>
                <a:sym typeface="Work Sans"/>
              </a:defRPr>
            </a:lvl1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latin typeface="Work Sans"/>
                <a:ea typeface="Work Sans"/>
                <a:cs typeface="Work Sans"/>
                <a:sym typeface="Work Sans"/>
              </a:defRPr>
            </a:lvl1pPr>
            <a:lvl2pPr lvl="1">
              <a:buNone/>
              <a:defRPr>
                <a:latin typeface="Work Sans"/>
                <a:ea typeface="Work Sans"/>
                <a:cs typeface="Work Sans"/>
                <a:sym typeface="Work Sans"/>
              </a:defRPr>
            </a:lvl2pPr>
            <a:lvl3pPr lvl="2">
              <a:buNone/>
              <a:defRPr>
                <a:latin typeface="Work Sans"/>
                <a:ea typeface="Work Sans"/>
                <a:cs typeface="Work Sans"/>
                <a:sym typeface="Work Sans"/>
              </a:defRPr>
            </a:lvl3pPr>
            <a:lvl4pPr lvl="3">
              <a:buNone/>
              <a:defRPr>
                <a:latin typeface="Work Sans"/>
                <a:ea typeface="Work Sans"/>
                <a:cs typeface="Work Sans"/>
                <a:sym typeface="Work Sans"/>
              </a:defRPr>
            </a:lvl4pPr>
            <a:lvl5pPr lvl="4">
              <a:buNone/>
              <a:defRPr>
                <a:latin typeface="Work Sans"/>
                <a:ea typeface="Work Sans"/>
                <a:cs typeface="Work Sans"/>
                <a:sym typeface="Work Sans"/>
              </a:defRPr>
            </a:lvl5pPr>
            <a:lvl6pPr lvl="5">
              <a:buNone/>
              <a:defRPr>
                <a:latin typeface="Work Sans"/>
                <a:ea typeface="Work Sans"/>
                <a:cs typeface="Work Sans"/>
                <a:sym typeface="Work Sans"/>
              </a:defRPr>
            </a:lvl6pPr>
            <a:lvl7pPr lvl="6">
              <a:buNone/>
              <a:defRPr>
                <a:latin typeface="Work Sans"/>
                <a:ea typeface="Work Sans"/>
                <a:cs typeface="Work Sans"/>
                <a:sym typeface="Work Sans"/>
              </a:defRPr>
            </a:lvl7pPr>
            <a:lvl8pPr lvl="7">
              <a:buNone/>
              <a:defRPr>
                <a:latin typeface="Work Sans"/>
                <a:ea typeface="Work Sans"/>
                <a:cs typeface="Work Sans"/>
                <a:sym typeface="Work Sans"/>
              </a:defRPr>
            </a:lvl8pPr>
            <a:lvl9pPr lvl="8">
              <a:buNone/>
              <a:defRPr>
                <a:latin typeface="Work Sans"/>
                <a:ea typeface="Work Sans"/>
                <a:cs typeface="Work Sans"/>
                <a:sym typeface="Work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47976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/>
          <p:nvPr/>
        </p:nvSpPr>
        <p:spPr>
          <a:xfrm>
            <a:off x="264800" y="264800"/>
            <a:ext cx="11662400" cy="6347600"/>
          </a:xfrm>
          <a:prstGeom prst="frame">
            <a:avLst>
              <a:gd name="adj1" fmla="val 4126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93661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reverse">
  <p:cSld name="Blank reverse">
    <p:bg>
      <p:bgPr>
        <a:solidFill>
          <a:srgbClr val="000000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264800" y="264800"/>
            <a:ext cx="11662400" cy="6347600"/>
          </a:xfrm>
          <a:prstGeom prst="frame">
            <a:avLst>
              <a:gd name="adj1" fmla="val 4126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3" name="Google Shape;53;p11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FFFFFF"/>
                </a:solidFill>
              </a:defRPr>
            </a:lvl1pPr>
            <a:lvl2pPr lvl="1">
              <a:buNone/>
              <a:defRPr>
                <a:solidFill>
                  <a:srgbClr val="FFFFFF"/>
                </a:solidFill>
              </a:defRPr>
            </a:lvl2pPr>
            <a:lvl3pPr lvl="2">
              <a:buNone/>
              <a:defRPr>
                <a:solidFill>
                  <a:srgbClr val="FFFFFF"/>
                </a:solidFill>
              </a:defRPr>
            </a:lvl3pPr>
            <a:lvl4pPr lvl="3">
              <a:buNone/>
              <a:defRPr>
                <a:solidFill>
                  <a:srgbClr val="FFFFFF"/>
                </a:solidFill>
              </a:defRPr>
            </a:lvl4pPr>
            <a:lvl5pPr lvl="4">
              <a:buNone/>
              <a:defRPr>
                <a:solidFill>
                  <a:srgbClr val="FFFFFF"/>
                </a:solidFill>
              </a:defRPr>
            </a:lvl5pPr>
            <a:lvl6pPr lvl="5">
              <a:buNone/>
              <a:defRPr>
                <a:solidFill>
                  <a:srgbClr val="FFFFFF"/>
                </a:solidFill>
              </a:defRPr>
            </a:lvl6pPr>
            <a:lvl7pPr lvl="6">
              <a:buNone/>
              <a:defRPr>
                <a:solidFill>
                  <a:srgbClr val="FFFFFF"/>
                </a:solidFill>
              </a:defRPr>
            </a:lvl7pPr>
            <a:lvl8pPr lvl="7">
              <a:buNone/>
              <a:defRPr>
                <a:solidFill>
                  <a:srgbClr val="FFFFFF"/>
                </a:solidFill>
              </a:defRPr>
            </a:lvl8pPr>
            <a:lvl9pPr lvl="8">
              <a:buNone/>
              <a:defRPr>
                <a:solidFill>
                  <a:srgbClr val="FFFFFF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341564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158867" y="1130133"/>
            <a:ext cx="6789600" cy="18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158867" y="3083900"/>
            <a:ext cx="9874400" cy="26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Work Sans Light"/>
              <a:buChar char="▪"/>
              <a:defRPr sz="20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Work Sans Light"/>
              <a:buChar char="□"/>
              <a:defRPr sz="20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Work Sans Light"/>
              <a:buChar char="□"/>
              <a:defRPr sz="20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defRPr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Work Sans Light"/>
              <a:buChar char="□"/>
              <a:defRPr sz="20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Work Sans Light"/>
              <a:buChar char="○"/>
              <a:defRPr sz="20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Work Sans Light"/>
              <a:buChar char="■"/>
              <a:defRPr sz="20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Work Sans Light"/>
              <a:buChar char="●"/>
              <a:defRPr sz="20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Work Sans Light"/>
              <a:buChar char="○"/>
              <a:defRPr sz="20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Work Sans Light"/>
              <a:buChar char="■"/>
              <a:defRPr sz="2000">
                <a:solidFill>
                  <a:schemeClr val="dk1"/>
                </a:solidFill>
                <a:latin typeface="Work Sans Light"/>
                <a:ea typeface="Work Sans Light"/>
                <a:cs typeface="Work Sans Light"/>
                <a:sym typeface="Work Sans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733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1pPr>
            <a:lvl2pPr lvl="1" algn="r">
              <a:buNone/>
              <a:defRPr sz="1733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2pPr>
            <a:lvl3pPr lvl="2" algn="r">
              <a:buNone/>
              <a:defRPr sz="1733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3pPr>
            <a:lvl4pPr lvl="3" algn="r">
              <a:buNone/>
              <a:defRPr sz="1733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4pPr>
            <a:lvl5pPr lvl="4" algn="r">
              <a:buNone/>
              <a:defRPr sz="1733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5pPr>
            <a:lvl6pPr lvl="5" algn="r">
              <a:buNone/>
              <a:defRPr sz="1733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6pPr>
            <a:lvl7pPr lvl="6" algn="r">
              <a:buNone/>
              <a:defRPr sz="1733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7pPr>
            <a:lvl8pPr lvl="7" algn="r">
              <a:buNone/>
              <a:defRPr sz="1733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8pPr>
            <a:lvl9pPr lvl="8" algn="r">
              <a:buNone/>
              <a:defRPr sz="1733" b="1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75327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geeksforgeeks.org/artificial-neural-networks-and-its-applications/" TargetMode="Externa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ctrTitle"/>
          </p:nvPr>
        </p:nvSpPr>
        <p:spPr>
          <a:xfrm>
            <a:off x="1517245" y="3429000"/>
            <a:ext cx="7354168" cy="154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algn="ctr"/>
            <a:r>
              <a:rPr lang="en"/>
              <a:t>Deep Q-Learning hướng dẫn máy tính chơi game</a:t>
            </a:r>
            <a:endParaRPr/>
          </a:p>
        </p:txBody>
      </p:sp>
      <p:grpSp>
        <p:nvGrpSpPr>
          <p:cNvPr id="59" name="Google Shape;59;p12"/>
          <p:cNvGrpSpPr/>
          <p:nvPr/>
        </p:nvGrpSpPr>
        <p:grpSpPr>
          <a:xfrm>
            <a:off x="9156331" y="870663"/>
            <a:ext cx="2107872" cy="2245991"/>
            <a:chOff x="5970800" y="1619250"/>
            <a:chExt cx="428650" cy="456725"/>
          </a:xfrm>
        </p:grpSpPr>
        <p:sp>
          <p:nvSpPr>
            <p:cNvPr id="60" name="Google Shape;60;p12"/>
            <p:cNvSpPr/>
            <p:nvPr/>
          </p:nvSpPr>
          <p:spPr>
            <a:xfrm>
              <a:off x="5970800" y="1674200"/>
              <a:ext cx="377975" cy="377950"/>
            </a:xfrm>
            <a:custGeom>
              <a:avLst/>
              <a:gdLst/>
              <a:ahLst/>
              <a:cxnLst/>
              <a:rect l="l" t="t" r="r" b="b"/>
              <a:pathLst>
                <a:path w="15119" h="15118" extrusionOk="0">
                  <a:moveTo>
                    <a:pt x="7181" y="0"/>
                  </a:moveTo>
                  <a:lnTo>
                    <a:pt x="6790" y="49"/>
                  </a:lnTo>
                  <a:lnTo>
                    <a:pt x="6424" y="98"/>
                  </a:lnTo>
                  <a:lnTo>
                    <a:pt x="6058" y="147"/>
                  </a:lnTo>
                  <a:lnTo>
                    <a:pt x="5691" y="244"/>
                  </a:lnTo>
                  <a:lnTo>
                    <a:pt x="5325" y="342"/>
                  </a:lnTo>
                  <a:lnTo>
                    <a:pt x="4983" y="464"/>
                  </a:lnTo>
                  <a:lnTo>
                    <a:pt x="4641" y="586"/>
                  </a:lnTo>
                  <a:lnTo>
                    <a:pt x="4299" y="733"/>
                  </a:lnTo>
                  <a:lnTo>
                    <a:pt x="3982" y="904"/>
                  </a:lnTo>
                  <a:lnTo>
                    <a:pt x="3664" y="1099"/>
                  </a:lnTo>
                  <a:lnTo>
                    <a:pt x="3347" y="1295"/>
                  </a:lnTo>
                  <a:lnTo>
                    <a:pt x="3053" y="1490"/>
                  </a:lnTo>
                  <a:lnTo>
                    <a:pt x="2760" y="1734"/>
                  </a:lnTo>
                  <a:lnTo>
                    <a:pt x="2492" y="1954"/>
                  </a:lnTo>
                  <a:lnTo>
                    <a:pt x="2223" y="2223"/>
                  </a:lnTo>
                  <a:lnTo>
                    <a:pt x="1979" y="2467"/>
                  </a:lnTo>
                  <a:lnTo>
                    <a:pt x="1735" y="2760"/>
                  </a:lnTo>
                  <a:lnTo>
                    <a:pt x="1515" y="3029"/>
                  </a:lnTo>
                  <a:lnTo>
                    <a:pt x="1295" y="3322"/>
                  </a:lnTo>
                  <a:lnTo>
                    <a:pt x="1100" y="3639"/>
                  </a:lnTo>
                  <a:lnTo>
                    <a:pt x="929" y="3957"/>
                  </a:lnTo>
                  <a:lnTo>
                    <a:pt x="758" y="4274"/>
                  </a:lnTo>
                  <a:lnTo>
                    <a:pt x="611" y="4616"/>
                  </a:lnTo>
                  <a:lnTo>
                    <a:pt x="465" y="4958"/>
                  </a:lnTo>
                  <a:lnTo>
                    <a:pt x="343" y="5300"/>
                  </a:lnTo>
                  <a:lnTo>
                    <a:pt x="245" y="5666"/>
                  </a:lnTo>
                  <a:lnTo>
                    <a:pt x="172" y="6033"/>
                  </a:lnTo>
                  <a:lnTo>
                    <a:pt x="98" y="6399"/>
                  </a:lnTo>
                  <a:lnTo>
                    <a:pt x="49" y="6790"/>
                  </a:lnTo>
                  <a:lnTo>
                    <a:pt x="25" y="7156"/>
                  </a:lnTo>
                  <a:lnTo>
                    <a:pt x="1" y="7547"/>
                  </a:lnTo>
                  <a:lnTo>
                    <a:pt x="25" y="7938"/>
                  </a:lnTo>
                  <a:lnTo>
                    <a:pt x="49" y="8328"/>
                  </a:lnTo>
                  <a:lnTo>
                    <a:pt x="98" y="8695"/>
                  </a:lnTo>
                  <a:lnTo>
                    <a:pt x="172" y="9085"/>
                  </a:lnTo>
                  <a:lnTo>
                    <a:pt x="245" y="9452"/>
                  </a:lnTo>
                  <a:lnTo>
                    <a:pt x="343" y="9794"/>
                  </a:lnTo>
                  <a:lnTo>
                    <a:pt x="465" y="10160"/>
                  </a:lnTo>
                  <a:lnTo>
                    <a:pt x="611" y="10502"/>
                  </a:lnTo>
                  <a:lnTo>
                    <a:pt x="758" y="10820"/>
                  </a:lnTo>
                  <a:lnTo>
                    <a:pt x="929" y="11161"/>
                  </a:lnTo>
                  <a:lnTo>
                    <a:pt x="1100" y="11479"/>
                  </a:lnTo>
                  <a:lnTo>
                    <a:pt x="1295" y="11772"/>
                  </a:lnTo>
                  <a:lnTo>
                    <a:pt x="1515" y="12065"/>
                  </a:lnTo>
                  <a:lnTo>
                    <a:pt x="1735" y="12358"/>
                  </a:lnTo>
                  <a:lnTo>
                    <a:pt x="1979" y="12627"/>
                  </a:lnTo>
                  <a:lnTo>
                    <a:pt x="2223" y="12895"/>
                  </a:lnTo>
                  <a:lnTo>
                    <a:pt x="2492" y="13140"/>
                  </a:lnTo>
                  <a:lnTo>
                    <a:pt x="2760" y="13384"/>
                  </a:lnTo>
                  <a:lnTo>
                    <a:pt x="3053" y="13604"/>
                  </a:lnTo>
                  <a:lnTo>
                    <a:pt x="3347" y="13824"/>
                  </a:lnTo>
                  <a:lnTo>
                    <a:pt x="3664" y="14019"/>
                  </a:lnTo>
                  <a:lnTo>
                    <a:pt x="3982" y="14190"/>
                  </a:lnTo>
                  <a:lnTo>
                    <a:pt x="4299" y="14361"/>
                  </a:lnTo>
                  <a:lnTo>
                    <a:pt x="4641" y="14507"/>
                  </a:lnTo>
                  <a:lnTo>
                    <a:pt x="4983" y="14654"/>
                  </a:lnTo>
                  <a:lnTo>
                    <a:pt x="5325" y="14776"/>
                  </a:lnTo>
                  <a:lnTo>
                    <a:pt x="5691" y="14874"/>
                  </a:lnTo>
                  <a:lnTo>
                    <a:pt x="6058" y="14947"/>
                  </a:lnTo>
                  <a:lnTo>
                    <a:pt x="6424" y="15020"/>
                  </a:lnTo>
                  <a:lnTo>
                    <a:pt x="6790" y="15069"/>
                  </a:lnTo>
                  <a:lnTo>
                    <a:pt x="7181" y="15094"/>
                  </a:lnTo>
                  <a:lnTo>
                    <a:pt x="7572" y="15118"/>
                  </a:lnTo>
                  <a:lnTo>
                    <a:pt x="7963" y="15094"/>
                  </a:lnTo>
                  <a:lnTo>
                    <a:pt x="8329" y="15069"/>
                  </a:lnTo>
                  <a:lnTo>
                    <a:pt x="8720" y="15020"/>
                  </a:lnTo>
                  <a:lnTo>
                    <a:pt x="9086" y="14947"/>
                  </a:lnTo>
                  <a:lnTo>
                    <a:pt x="9452" y="14874"/>
                  </a:lnTo>
                  <a:lnTo>
                    <a:pt x="9819" y="14776"/>
                  </a:lnTo>
                  <a:lnTo>
                    <a:pt x="10161" y="14654"/>
                  </a:lnTo>
                  <a:lnTo>
                    <a:pt x="10503" y="14507"/>
                  </a:lnTo>
                  <a:lnTo>
                    <a:pt x="10844" y="14361"/>
                  </a:lnTo>
                  <a:lnTo>
                    <a:pt x="11162" y="14190"/>
                  </a:lnTo>
                  <a:lnTo>
                    <a:pt x="11479" y="14019"/>
                  </a:lnTo>
                  <a:lnTo>
                    <a:pt x="11797" y="13824"/>
                  </a:lnTo>
                  <a:lnTo>
                    <a:pt x="12090" y="13604"/>
                  </a:lnTo>
                  <a:lnTo>
                    <a:pt x="12383" y="13384"/>
                  </a:lnTo>
                  <a:lnTo>
                    <a:pt x="12652" y="13140"/>
                  </a:lnTo>
                  <a:lnTo>
                    <a:pt x="12920" y="12895"/>
                  </a:lnTo>
                  <a:lnTo>
                    <a:pt x="13165" y="12627"/>
                  </a:lnTo>
                  <a:lnTo>
                    <a:pt x="13409" y="12358"/>
                  </a:lnTo>
                  <a:lnTo>
                    <a:pt x="13629" y="12065"/>
                  </a:lnTo>
                  <a:lnTo>
                    <a:pt x="13824" y="11772"/>
                  </a:lnTo>
                  <a:lnTo>
                    <a:pt x="14019" y="11479"/>
                  </a:lnTo>
                  <a:lnTo>
                    <a:pt x="14215" y="11161"/>
                  </a:lnTo>
                  <a:lnTo>
                    <a:pt x="14386" y="10820"/>
                  </a:lnTo>
                  <a:lnTo>
                    <a:pt x="14532" y="10502"/>
                  </a:lnTo>
                  <a:lnTo>
                    <a:pt x="14654" y="10160"/>
                  </a:lnTo>
                  <a:lnTo>
                    <a:pt x="14777" y="9794"/>
                  </a:lnTo>
                  <a:lnTo>
                    <a:pt x="14899" y="9452"/>
                  </a:lnTo>
                  <a:lnTo>
                    <a:pt x="14972" y="9085"/>
                  </a:lnTo>
                  <a:lnTo>
                    <a:pt x="15045" y="8695"/>
                  </a:lnTo>
                  <a:lnTo>
                    <a:pt x="15094" y="8328"/>
                  </a:lnTo>
                  <a:lnTo>
                    <a:pt x="15118" y="7938"/>
                  </a:lnTo>
                  <a:lnTo>
                    <a:pt x="15118" y="7547"/>
                  </a:lnTo>
                  <a:lnTo>
                    <a:pt x="15094" y="6936"/>
                  </a:lnTo>
                  <a:lnTo>
                    <a:pt x="15021" y="6326"/>
                  </a:lnTo>
                  <a:lnTo>
                    <a:pt x="14899" y="5740"/>
                  </a:lnTo>
                  <a:lnTo>
                    <a:pt x="14728" y="5178"/>
                  </a:lnTo>
                  <a:lnTo>
                    <a:pt x="14532" y="4616"/>
                  </a:lnTo>
                  <a:lnTo>
                    <a:pt x="14288" y="4079"/>
                  </a:lnTo>
                  <a:lnTo>
                    <a:pt x="13995" y="3590"/>
                  </a:lnTo>
                  <a:lnTo>
                    <a:pt x="13653" y="3102"/>
                  </a:lnTo>
                  <a:lnTo>
                    <a:pt x="13458" y="3053"/>
                  </a:lnTo>
                  <a:lnTo>
                    <a:pt x="12163" y="4347"/>
                  </a:lnTo>
                  <a:lnTo>
                    <a:pt x="12383" y="4689"/>
                  </a:lnTo>
                  <a:lnTo>
                    <a:pt x="12578" y="5056"/>
                  </a:lnTo>
                  <a:lnTo>
                    <a:pt x="12749" y="5446"/>
                  </a:lnTo>
                  <a:lnTo>
                    <a:pt x="12896" y="5837"/>
                  </a:lnTo>
                  <a:lnTo>
                    <a:pt x="13018" y="6252"/>
                  </a:lnTo>
                  <a:lnTo>
                    <a:pt x="13091" y="6668"/>
                  </a:lnTo>
                  <a:lnTo>
                    <a:pt x="13165" y="7107"/>
                  </a:lnTo>
                  <a:lnTo>
                    <a:pt x="13165" y="7547"/>
                  </a:lnTo>
                  <a:lnTo>
                    <a:pt x="13140" y="8133"/>
                  </a:lnTo>
                  <a:lnTo>
                    <a:pt x="13067" y="8695"/>
                  </a:lnTo>
                  <a:lnTo>
                    <a:pt x="12920" y="9208"/>
                  </a:lnTo>
                  <a:lnTo>
                    <a:pt x="12725" y="9745"/>
                  </a:lnTo>
                  <a:lnTo>
                    <a:pt x="12505" y="10233"/>
                  </a:lnTo>
                  <a:lnTo>
                    <a:pt x="12212" y="10673"/>
                  </a:lnTo>
                  <a:lnTo>
                    <a:pt x="11895" y="11113"/>
                  </a:lnTo>
                  <a:lnTo>
                    <a:pt x="11528" y="11503"/>
                  </a:lnTo>
                  <a:lnTo>
                    <a:pt x="11138" y="11870"/>
                  </a:lnTo>
                  <a:lnTo>
                    <a:pt x="10698" y="12187"/>
                  </a:lnTo>
                  <a:lnTo>
                    <a:pt x="10234" y="12480"/>
                  </a:lnTo>
                  <a:lnTo>
                    <a:pt x="9745" y="12725"/>
                  </a:lnTo>
                  <a:lnTo>
                    <a:pt x="9233" y="12895"/>
                  </a:lnTo>
                  <a:lnTo>
                    <a:pt x="8695" y="13042"/>
                  </a:lnTo>
                  <a:lnTo>
                    <a:pt x="8133" y="13140"/>
                  </a:lnTo>
                  <a:lnTo>
                    <a:pt x="7572" y="13164"/>
                  </a:lnTo>
                  <a:lnTo>
                    <a:pt x="6986" y="13140"/>
                  </a:lnTo>
                  <a:lnTo>
                    <a:pt x="6448" y="13042"/>
                  </a:lnTo>
                  <a:lnTo>
                    <a:pt x="5911" y="12895"/>
                  </a:lnTo>
                  <a:lnTo>
                    <a:pt x="5398" y="12725"/>
                  </a:lnTo>
                  <a:lnTo>
                    <a:pt x="4910" y="12480"/>
                  </a:lnTo>
                  <a:lnTo>
                    <a:pt x="4446" y="12187"/>
                  </a:lnTo>
                  <a:lnTo>
                    <a:pt x="4006" y="11870"/>
                  </a:lnTo>
                  <a:lnTo>
                    <a:pt x="3615" y="11503"/>
                  </a:lnTo>
                  <a:lnTo>
                    <a:pt x="3249" y="11113"/>
                  </a:lnTo>
                  <a:lnTo>
                    <a:pt x="2931" y="10673"/>
                  </a:lnTo>
                  <a:lnTo>
                    <a:pt x="2638" y="10233"/>
                  </a:lnTo>
                  <a:lnTo>
                    <a:pt x="2418" y="9745"/>
                  </a:lnTo>
                  <a:lnTo>
                    <a:pt x="2223" y="9208"/>
                  </a:lnTo>
                  <a:lnTo>
                    <a:pt x="2077" y="8695"/>
                  </a:lnTo>
                  <a:lnTo>
                    <a:pt x="2003" y="8133"/>
                  </a:lnTo>
                  <a:lnTo>
                    <a:pt x="1954" y="7547"/>
                  </a:lnTo>
                  <a:lnTo>
                    <a:pt x="2003" y="6985"/>
                  </a:lnTo>
                  <a:lnTo>
                    <a:pt x="2077" y="6423"/>
                  </a:lnTo>
                  <a:lnTo>
                    <a:pt x="2223" y="5886"/>
                  </a:lnTo>
                  <a:lnTo>
                    <a:pt x="2418" y="5373"/>
                  </a:lnTo>
                  <a:lnTo>
                    <a:pt x="2638" y="4885"/>
                  </a:lnTo>
                  <a:lnTo>
                    <a:pt x="2931" y="4421"/>
                  </a:lnTo>
                  <a:lnTo>
                    <a:pt x="3249" y="4005"/>
                  </a:lnTo>
                  <a:lnTo>
                    <a:pt x="3615" y="3590"/>
                  </a:lnTo>
                  <a:lnTo>
                    <a:pt x="4006" y="3224"/>
                  </a:lnTo>
                  <a:lnTo>
                    <a:pt x="4446" y="2906"/>
                  </a:lnTo>
                  <a:lnTo>
                    <a:pt x="4910" y="2638"/>
                  </a:lnTo>
                  <a:lnTo>
                    <a:pt x="5398" y="2394"/>
                  </a:lnTo>
                  <a:lnTo>
                    <a:pt x="5911" y="2198"/>
                  </a:lnTo>
                  <a:lnTo>
                    <a:pt x="6448" y="2076"/>
                  </a:lnTo>
                  <a:lnTo>
                    <a:pt x="6986" y="1978"/>
                  </a:lnTo>
                  <a:lnTo>
                    <a:pt x="7572" y="1954"/>
                  </a:lnTo>
                  <a:lnTo>
                    <a:pt x="8011" y="1978"/>
                  </a:lnTo>
                  <a:lnTo>
                    <a:pt x="8451" y="2027"/>
                  </a:lnTo>
                  <a:lnTo>
                    <a:pt x="8866" y="2100"/>
                  </a:lnTo>
                  <a:lnTo>
                    <a:pt x="9281" y="2223"/>
                  </a:lnTo>
                  <a:lnTo>
                    <a:pt x="9672" y="2369"/>
                  </a:lnTo>
                  <a:lnTo>
                    <a:pt x="10063" y="2540"/>
                  </a:lnTo>
                  <a:lnTo>
                    <a:pt x="10429" y="2735"/>
                  </a:lnTo>
                  <a:lnTo>
                    <a:pt x="10771" y="2955"/>
                  </a:lnTo>
                  <a:lnTo>
                    <a:pt x="11943" y="1807"/>
                  </a:lnTo>
                  <a:lnTo>
                    <a:pt x="11846" y="1343"/>
                  </a:lnTo>
                  <a:lnTo>
                    <a:pt x="11382" y="1026"/>
                  </a:lnTo>
                  <a:lnTo>
                    <a:pt x="10893" y="782"/>
                  </a:lnTo>
                  <a:lnTo>
                    <a:pt x="10380" y="537"/>
                  </a:lnTo>
                  <a:lnTo>
                    <a:pt x="9843" y="342"/>
                  </a:lnTo>
                  <a:lnTo>
                    <a:pt x="9306" y="195"/>
                  </a:lnTo>
                  <a:lnTo>
                    <a:pt x="8744" y="98"/>
                  </a:lnTo>
                  <a:lnTo>
                    <a:pt x="8158" y="25"/>
                  </a:lnTo>
                  <a:lnTo>
                    <a:pt x="7572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61" name="Google Shape;61;p12"/>
            <p:cNvSpPr/>
            <p:nvPr/>
          </p:nvSpPr>
          <p:spPr>
            <a:xfrm>
              <a:off x="6068500" y="1771875"/>
              <a:ext cx="182575" cy="182600"/>
            </a:xfrm>
            <a:custGeom>
              <a:avLst/>
              <a:gdLst/>
              <a:ahLst/>
              <a:cxnLst/>
              <a:rect l="l" t="t" r="r" b="b"/>
              <a:pathLst>
                <a:path w="7303" h="7304" extrusionOk="0">
                  <a:moveTo>
                    <a:pt x="3664" y="1"/>
                  </a:moveTo>
                  <a:lnTo>
                    <a:pt x="3297" y="25"/>
                  </a:lnTo>
                  <a:lnTo>
                    <a:pt x="2931" y="74"/>
                  </a:lnTo>
                  <a:lnTo>
                    <a:pt x="2565" y="147"/>
                  </a:lnTo>
                  <a:lnTo>
                    <a:pt x="2247" y="294"/>
                  </a:lnTo>
                  <a:lnTo>
                    <a:pt x="1930" y="440"/>
                  </a:lnTo>
                  <a:lnTo>
                    <a:pt x="1612" y="611"/>
                  </a:lnTo>
                  <a:lnTo>
                    <a:pt x="1344" y="831"/>
                  </a:lnTo>
                  <a:lnTo>
                    <a:pt x="1075" y="1075"/>
                  </a:lnTo>
                  <a:lnTo>
                    <a:pt x="831" y="1320"/>
                  </a:lnTo>
                  <a:lnTo>
                    <a:pt x="635" y="1613"/>
                  </a:lnTo>
                  <a:lnTo>
                    <a:pt x="440" y="1906"/>
                  </a:lnTo>
                  <a:lnTo>
                    <a:pt x="293" y="2223"/>
                  </a:lnTo>
                  <a:lnTo>
                    <a:pt x="171" y="2565"/>
                  </a:lnTo>
                  <a:lnTo>
                    <a:pt x="74" y="2907"/>
                  </a:lnTo>
                  <a:lnTo>
                    <a:pt x="25" y="3273"/>
                  </a:lnTo>
                  <a:lnTo>
                    <a:pt x="0" y="3640"/>
                  </a:lnTo>
                  <a:lnTo>
                    <a:pt x="25" y="4031"/>
                  </a:lnTo>
                  <a:lnTo>
                    <a:pt x="74" y="4373"/>
                  </a:lnTo>
                  <a:lnTo>
                    <a:pt x="171" y="4739"/>
                  </a:lnTo>
                  <a:lnTo>
                    <a:pt x="293" y="5081"/>
                  </a:lnTo>
                  <a:lnTo>
                    <a:pt x="440" y="5398"/>
                  </a:lnTo>
                  <a:lnTo>
                    <a:pt x="635" y="5691"/>
                  </a:lnTo>
                  <a:lnTo>
                    <a:pt x="831" y="5960"/>
                  </a:lnTo>
                  <a:lnTo>
                    <a:pt x="1075" y="6229"/>
                  </a:lnTo>
                  <a:lnTo>
                    <a:pt x="1344" y="6473"/>
                  </a:lnTo>
                  <a:lnTo>
                    <a:pt x="1612" y="6668"/>
                  </a:lnTo>
                  <a:lnTo>
                    <a:pt x="1930" y="6864"/>
                  </a:lnTo>
                  <a:lnTo>
                    <a:pt x="2247" y="7010"/>
                  </a:lnTo>
                  <a:lnTo>
                    <a:pt x="2565" y="7132"/>
                  </a:lnTo>
                  <a:lnTo>
                    <a:pt x="2931" y="7230"/>
                  </a:lnTo>
                  <a:lnTo>
                    <a:pt x="3297" y="7279"/>
                  </a:lnTo>
                  <a:lnTo>
                    <a:pt x="3664" y="7303"/>
                  </a:lnTo>
                  <a:lnTo>
                    <a:pt x="4030" y="7279"/>
                  </a:lnTo>
                  <a:lnTo>
                    <a:pt x="4396" y="7230"/>
                  </a:lnTo>
                  <a:lnTo>
                    <a:pt x="4738" y="7132"/>
                  </a:lnTo>
                  <a:lnTo>
                    <a:pt x="5080" y="7010"/>
                  </a:lnTo>
                  <a:lnTo>
                    <a:pt x="5398" y="6864"/>
                  </a:lnTo>
                  <a:lnTo>
                    <a:pt x="5691" y="6668"/>
                  </a:lnTo>
                  <a:lnTo>
                    <a:pt x="5984" y="6473"/>
                  </a:lnTo>
                  <a:lnTo>
                    <a:pt x="6253" y="6229"/>
                  </a:lnTo>
                  <a:lnTo>
                    <a:pt x="6472" y="5960"/>
                  </a:lnTo>
                  <a:lnTo>
                    <a:pt x="6692" y="5691"/>
                  </a:lnTo>
                  <a:lnTo>
                    <a:pt x="6863" y="5398"/>
                  </a:lnTo>
                  <a:lnTo>
                    <a:pt x="7034" y="5081"/>
                  </a:lnTo>
                  <a:lnTo>
                    <a:pt x="7156" y="4739"/>
                  </a:lnTo>
                  <a:lnTo>
                    <a:pt x="7230" y="4373"/>
                  </a:lnTo>
                  <a:lnTo>
                    <a:pt x="7303" y="4031"/>
                  </a:lnTo>
                  <a:lnTo>
                    <a:pt x="7303" y="3640"/>
                  </a:lnTo>
                  <a:lnTo>
                    <a:pt x="7303" y="3396"/>
                  </a:lnTo>
                  <a:lnTo>
                    <a:pt x="7278" y="3176"/>
                  </a:lnTo>
                  <a:lnTo>
                    <a:pt x="7254" y="2932"/>
                  </a:lnTo>
                  <a:lnTo>
                    <a:pt x="7181" y="2712"/>
                  </a:lnTo>
                  <a:lnTo>
                    <a:pt x="7132" y="2492"/>
                  </a:lnTo>
                  <a:lnTo>
                    <a:pt x="7034" y="2272"/>
                  </a:lnTo>
                  <a:lnTo>
                    <a:pt x="6839" y="1857"/>
                  </a:lnTo>
                  <a:lnTo>
                    <a:pt x="5325" y="3347"/>
                  </a:lnTo>
                  <a:lnTo>
                    <a:pt x="5349" y="3640"/>
                  </a:lnTo>
                  <a:lnTo>
                    <a:pt x="5349" y="3811"/>
                  </a:lnTo>
                  <a:lnTo>
                    <a:pt x="5325" y="3982"/>
                  </a:lnTo>
                  <a:lnTo>
                    <a:pt x="5276" y="4153"/>
                  </a:lnTo>
                  <a:lnTo>
                    <a:pt x="5227" y="4299"/>
                  </a:lnTo>
                  <a:lnTo>
                    <a:pt x="5154" y="4446"/>
                  </a:lnTo>
                  <a:lnTo>
                    <a:pt x="5080" y="4592"/>
                  </a:lnTo>
                  <a:lnTo>
                    <a:pt x="4983" y="4739"/>
                  </a:lnTo>
                  <a:lnTo>
                    <a:pt x="4860" y="4861"/>
                  </a:lnTo>
                  <a:lnTo>
                    <a:pt x="4738" y="4959"/>
                  </a:lnTo>
                  <a:lnTo>
                    <a:pt x="4616" y="5056"/>
                  </a:lnTo>
                  <a:lnTo>
                    <a:pt x="4470" y="5154"/>
                  </a:lnTo>
                  <a:lnTo>
                    <a:pt x="4323" y="5203"/>
                  </a:lnTo>
                  <a:lnTo>
                    <a:pt x="4177" y="5276"/>
                  </a:lnTo>
                  <a:lnTo>
                    <a:pt x="4006" y="5301"/>
                  </a:lnTo>
                  <a:lnTo>
                    <a:pt x="3835" y="5349"/>
                  </a:lnTo>
                  <a:lnTo>
                    <a:pt x="3493" y="5349"/>
                  </a:lnTo>
                  <a:lnTo>
                    <a:pt x="3322" y="5301"/>
                  </a:lnTo>
                  <a:lnTo>
                    <a:pt x="3151" y="5276"/>
                  </a:lnTo>
                  <a:lnTo>
                    <a:pt x="3004" y="5203"/>
                  </a:lnTo>
                  <a:lnTo>
                    <a:pt x="2858" y="5154"/>
                  </a:lnTo>
                  <a:lnTo>
                    <a:pt x="2711" y="5056"/>
                  </a:lnTo>
                  <a:lnTo>
                    <a:pt x="2589" y="4959"/>
                  </a:lnTo>
                  <a:lnTo>
                    <a:pt x="2467" y="4861"/>
                  </a:lnTo>
                  <a:lnTo>
                    <a:pt x="2345" y="4739"/>
                  </a:lnTo>
                  <a:lnTo>
                    <a:pt x="2247" y="4592"/>
                  </a:lnTo>
                  <a:lnTo>
                    <a:pt x="2174" y="4446"/>
                  </a:lnTo>
                  <a:lnTo>
                    <a:pt x="2101" y="4299"/>
                  </a:lnTo>
                  <a:lnTo>
                    <a:pt x="2027" y="4153"/>
                  </a:lnTo>
                  <a:lnTo>
                    <a:pt x="2003" y="3982"/>
                  </a:lnTo>
                  <a:lnTo>
                    <a:pt x="1979" y="3811"/>
                  </a:lnTo>
                  <a:lnTo>
                    <a:pt x="1954" y="3640"/>
                  </a:lnTo>
                  <a:lnTo>
                    <a:pt x="1979" y="3469"/>
                  </a:lnTo>
                  <a:lnTo>
                    <a:pt x="2003" y="3298"/>
                  </a:lnTo>
                  <a:lnTo>
                    <a:pt x="2027" y="3151"/>
                  </a:lnTo>
                  <a:lnTo>
                    <a:pt x="2101" y="2980"/>
                  </a:lnTo>
                  <a:lnTo>
                    <a:pt x="2174" y="2834"/>
                  </a:lnTo>
                  <a:lnTo>
                    <a:pt x="2247" y="2687"/>
                  </a:lnTo>
                  <a:lnTo>
                    <a:pt x="2345" y="2565"/>
                  </a:lnTo>
                  <a:lnTo>
                    <a:pt x="2467" y="2443"/>
                  </a:lnTo>
                  <a:lnTo>
                    <a:pt x="2589" y="2345"/>
                  </a:lnTo>
                  <a:lnTo>
                    <a:pt x="2711" y="2248"/>
                  </a:lnTo>
                  <a:lnTo>
                    <a:pt x="2858" y="2150"/>
                  </a:lnTo>
                  <a:lnTo>
                    <a:pt x="3004" y="2077"/>
                  </a:lnTo>
                  <a:lnTo>
                    <a:pt x="3151" y="2028"/>
                  </a:lnTo>
                  <a:lnTo>
                    <a:pt x="3322" y="1979"/>
                  </a:lnTo>
                  <a:lnTo>
                    <a:pt x="3493" y="1955"/>
                  </a:lnTo>
                  <a:lnTo>
                    <a:pt x="3664" y="1955"/>
                  </a:lnTo>
                  <a:lnTo>
                    <a:pt x="3957" y="1979"/>
                  </a:lnTo>
                  <a:lnTo>
                    <a:pt x="5447" y="465"/>
                  </a:lnTo>
                  <a:lnTo>
                    <a:pt x="5056" y="269"/>
                  </a:lnTo>
                  <a:lnTo>
                    <a:pt x="4836" y="196"/>
                  </a:lnTo>
                  <a:lnTo>
                    <a:pt x="4616" y="123"/>
                  </a:lnTo>
                  <a:lnTo>
                    <a:pt x="4372" y="74"/>
                  </a:lnTo>
                  <a:lnTo>
                    <a:pt x="4152" y="25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62" name="Google Shape;62;p12"/>
            <p:cNvSpPr/>
            <p:nvPr/>
          </p:nvSpPr>
          <p:spPr>
            <a:xfrm>
              <a:off x="5981175" y="2005125"/>
              <a:ext cx="75125" cy="70850"/>
            </a:xfrm>
            <a:custGeom>
              <a:avLst/>
              <a:gdLst/>
              <a:ahLst/>
              <a:cxnLst/>
              <a:rect l="l" t="t" r="r" b="b"/>
              <a:pathLst>
                <a:path w="3005" h="2834" extrusionOk="0">
                  <a:moveTo>
                    <a:pt x="1466" y="0"/>
                  </a:moveTo>
                  <a:lnTo>
                    <a:pt x="294" y="1173"/>
                  </a:lnTo>
                  <a:lnTo>
                    <a:pt x="172" y="1319"/>
                  </a:lnTo>
                  <a:lnTo>
                    <a:pt x="74" y="1490"/>
                  </a:lnTo>
                  <a:lnTo>
                    <a:pt x="25" y="1661"/>
                  </a:lnTo>
                  <a:lnTo>
                    <a:pt x="1" y="1857"/>
                  </a:lnTo>
                  <a:lnTo>
                    <a:pt x="25" y="2052"/>
                  </a:lnTo>
                  <a:lnTo>
                    <a:pt x="74" y="2223"/>
                  </a:lnTo>
                  <a:lnTo>
                    <a:pt x="172" y="2394"/>
                  </a:lnTo>
                  <a:lnTo>
                    <a:pt x="294" y="2540"/>
                  </a:lnTo>
                  <a:lnTo>
                    <a:pt x="440" y="2663"/>
                  </a:lnTo>
                  <a:lnTo>
                    <a:pt x="611" y="2760"/>
                  </a:lnTo>
                  <a:lnTo>
                    <a:pt x="807" y="2809"/>
                  </a:lnTo>
                  <a:lnTo>
                    <a:pt x="978" y="2833"/>
                  </a:lnTo>
                  <a:lnTo>
                    <a:pt x="1173" y="2809"/>
                  </a:lnTo>
                  <a:lnTo>
                    <a:pt x="1344" y="2760"/>
                  </a:lnTo>
                  <a:lnTo>
                    <a:pt x="1515" y="2663"/>
                  </a:lnTo>
                  <a:lnTo>
                    <a:pt x="1686" y="2540"/>
                  </a:lnTo>
                  <a:lnTo>
                    <a:pt x="2858" y="1368"/>
                  </a:lnTo>
                  <a:lnTo>
                    <a:pt x="3005" y="1197"/>
                  </a:lnTo>
                  <a:lnTo>
                    <a:pt x="2590" y="928"/>
                  </a:lnTo>
                  <a:lnTo>
                    <a:pt x="2199" y="635"/>
                  </a:lnTo>
                  <a:lnTo>
                    <a:pt x="1808" y="342"/>
                  </a:lnTo>
                  <a:lnTo>
                    <a:pt x="146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63" name="Google Shape;63;p12"/>
            <p:cNvSpPr/>
            <p:nvPr/>
          </p:nvSpPr>
          <p:spPr>
            <a:xfrm>
              <a:off x="6263875" y="2005125"/>
              <a:ext cx="74525" cy="70850"/>
            </a:xfrm>
            <a:custGeom>
              <a:avLst/>
              <a:gdLst/>
              <a:ahLst/>
              <a:cxnLst/>
              <a:rect l="l" t="t" r="r" b="b"/>
              <a:pathLst>
                <a:path w="2981" h="2834" extrusionOk="0">
                  <a:moveTo>
                    <a:pt x="1539" y="0"/>
                  </a:moveTo>
                  <a:lnTo>
                    <a:pt x="1173" y="342"/>
                  </a:lnTo>
                  <a:lnTo>
                    <a:pt x="807" y="635"/>
                  </a:lnTo>
                  <a:lnTo>
                    <a:pt x="416" y="928"/>
                  </a:lnTo>
                  <a:lnTo>
                    <a:pt x="1" y="1197"/>
                  </a:lnTo>
                  <a:lnTo>
                    <a:pt x="123" y="1368"/>
                  </a:lnTo>
                  <a:lnTo>
                    <a:pt x="1319" y="2540"/>
                  </a:lnTo>
                  <a:lnTo>
                    <a:pt x="1466" y="2663"/>
                  </a:lnTo>
                  <a:lnTo>
                    <a:pt x="1637" y="2760"/>
                  </a:lnTo>
                  <a:lnTo>
                    <a:pt x="1832" y="2809"/>
                  </a:lnTo>
                  <a:lnTo>
                    <a:pt x="2003" y="2833"/>
                  </a:lnTo>
                  <a:lnTo>
                    <a:pt x="2199" y="2809"/>
                  </a:lnTo>
                  <a:lnTo>
                    <a:pt x="2370" y="2760"/>
                  </a:lnTo>
                  <a:lnTo>
                    <a:pt x="2541" y="2663"/>
                  </a:lnTo>
                  <a:lnTo>
                    <a:pt x="2712" y="2540"/>
                  </a:lnTo>
                  <a:lnTo>
                    <a:pt x="2834" y="2394"/>
                  </a:lnTo>
                  <a:lnTo>
                    <a:pt x="2931" y="2223"/>
                  </a:lnTo>
                  <a:lnTo>
                    <a:pt x="2980" y="2052"/>
                  </a:lnTo>
                  <a:lnTo>
                    <a:pt x="2980" y="1857"/>
                  </a:lnTo>
                  <a:lnTo>
                    <a:pt x="2980" y="1661"/>
                  </a:lnTo>
                  <a:lnTo>
                    <a:pt x="2931" y="1490"/>
                  </a:lnTo>
                  <a:lnTo>
                    <a:pt x="2834" y="1319"/>
                  </a:lnTo>
                  <a:lnTo>
                    <a:pt x="2712" y="1173"/>
                  </a:lnTo>
                  <a:lnTo>
                    <a:pt x="153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64" name="Google Shape;64;p12"/>
            <p:cNvSpPr/>
            <p:nvPr/>
          </p:nvSpPr>
          <p:spPr>
            <a:xfrm>
              <a:off x="6147875" y="1619250"/>
              <a:ext cx="251575" cy="255850"/>
            </a:xfrm>
            <a:custGeom>
              <a:avLst/>
              <a:gdLst/>
              <a:ahLst/>
              <a:cxnLst/>
              <a:rect l="l" t="t" r="r" b="b"/>
              <a:pathLst>
                <a:path w="10063" h="10234" extrusionOk="0">
                  <a:moveTo>
                    <a:pt x="7352" y="0"/>
                  </a:moveTo>
                  <a:lnTo>
                    <a:pt x="7254" y="24"/>
                  </a:lnTo>
                  <a:lnTo>
                    <a:pt x="7181" y="73"/>
                  </a:lnTo>
                  <a:lnTo>
                    <a:pt x="7083" y="147"/>
                  </a:lnTo>
                  <a:lnTo>
                    <a:pt x="5447" y="1758"/>
                  </a:lnTo>
                  <a:lnTo>
                    <a:pt x="5373" y="1856"/>
                  </a:lnTo>
                  <a:lnTo>
                    <a:pt x="5300" y="1978"/>
                  </a:lnTo>
                  <a:lnTo>
                    <a:pt x="5227" y="2125"/>
                  </a:lnTo>
                  <a:lnTo>
                    <a:pt x="5178" y="2247"/>
                  </a:lnTo>
                  <a:lnTo>
                    <a:pt x="5154" y="2393"/>
                  </a:lnTo>
                  <a:lnTo>
                    <a:pt x="5129" y="2540"/>
                  </a:lnTo>
                  <a:lnTo>
                    <a:pt x="5129" y="2687"/>
                  </a:lnTo>
                  <a:lnTo>
                    <a:pt x="5129" y="2809"/>
                  </a:lnTo>
                  <a:lnTo>
                    <a:pt x="5349" y="3981"/>
                  </a:lnTo>
                  <a:lnTo>
                    <a:pt x="5398" y="4152"/>
                  </a:lnTo>
                  <a:lnTo>
                    <a:pt x="147" y="9403"/>
                  </a:lnTo>
                  <a:lnTo>
                    <a:pt x="74" y="9476"/>
                  </a:lnTo>
                  <a:lnTo>
                    <a:pt x="25" y="9574"/>
                  </a:lnTo>
                  <a:lnTo>
                    <a:pt x="0" y="9672"/>
                  </a:lnTo>
                  <a:lnTo>
                    <a:pt x="0" y="9745"/>
                  </a:lnTo>
                  <a:lnTo>
                    <a:pt x="0" y="9843"/>
                  </a:lnTo>
                  <a:lnTo>
                    <a:pt x="25" y="9940"/>
                  </a:lnTo>
                  <a:lnTo>
                    <a:pt x="74" y="10013"/>
                  </a:lnTo>
                  <a:lnTo>
                    <a:pt x="147" y="10087"/>
                  </a:lnTo>
                  <a:lnTo>
                    <a:pt x="220" y="10160"/>
                  </a:lnTo>
                  <a:lnTo>
                    <a:pt x="293" y="10209"/>
                  </a:lnTo>
                  <a:lnTo>
                    <a:pt x="391" y="10233"/>
                  </a:lnTo>
                  <a:lnTo>
                    <a:pt x="586" y="10233"/>
                  </a:lnTo>
                  <a:lnTo>
                    <a:pt x="660" y="10209"/>
                  </a:lnTo>
                  <a:lnTo>
                    <a:pt x="757" y="10160"/>
                  </a:lnTo>
                  <a:lnTo>
                    <a:pt x="831" y="10087"/>
                  </a:lnTo>
                  <a:lnTo>
                    <a:pt x="6204" y="4738"/>
                  </a:lnTo>
                  <a:lnTo>
                    <a:pt x="7254" y="4909"/>
                  </a:lnTo>
                  <a:lnTo>
                    <a:pt x="7376" y="4933"/>
                  </a:lnTo>
                  <a:lnTo>
                    <a:pt x="7523" y="4933"/>
                  </a:lnTo>
                  <a:lnTo>
                    <a:pt x="7645" y="4909"/>
                  </a:lnTo>
                  <a:lnTo>
                    <a:pt x="7791" y="4860"/>
                  </a:lnTo>
                  <a:lnTo>
                    <a:pt x="7938" y="4811"/>
                  </a:lnTo>
                  <a:lnTo>
                    <a:pt x="8060" y="4763"/>
                  </a:lnTo>
                  <a:lnTo>
                    <a:pt x="8182" y="4689"/>
                  </a:lnTo>
                  <a:lnTo>
                    <a:pt x="8280" y="4592"/>
                  </a:lnTo>
                  <a:lnTo>
                    <a:pt x="9916" y="2955"/>
                  </a:lnTo>
                  <a:lnTo>
                    <a:pt x="9989" y="2882"/>
                  </a:lnTo>
                  <a:lnTo>
                    <a:pt x="10038" y="2784"/>
                  </a:lnTo>
                  <a:lnTo>
                    <a:pt x="10063" y="2711"/>
                  </a:lnTo>
                  <a:lnTo>
                    <a:pt x="10038" y="2613"/>
                  </a:lnTo>
                  <a:lnTo>
                    <a:pt x="10014" y="2564"/>
                  </a:lnTo>
                  <a:lnTo>
                    <a:pt x="9940" y="2491"/>
                  </a:lnTo>
                  <a:lnTo>
                    <a:pt x="9843" y="2442"/>
                  </a:lnTo>
                  <a:lnTo>
                    <a:pt x="9745" y="2418"/>
                  </a:lnTo>
                  <a:lnTo>
                    <a:pt x="8695" y="2223"/>
                  </a:lnTo>
                  <a:lnTo>
                    <a:pt x="9721" y="1197"/>
                  </a:lnTo>
                  <a:lnTo>
                    <a:pt x="9794" y="1123"/>
                  </a:lnTo>
                  <a:lnTo>
                    <a:pt x="9843" y="1026"/>
                  </a:lnTo>
                  <a:lnTo>
                    <a:pt x="9867" y="953"/>
                  </a:lnTo>
                  <a:lnTo>
                    <a:pt x="9867" y="855"/>
                  </a:lnTo>
                  <a:lnTo>
                    <a:pt x="9867" y="757"/>
                  </a:lnTo>
                  <a:lnTo>
                    <a:pt x="9843" y="659"/>
                  </a:lnTo>
                  <a:lnTo>
                    <a:pt x="9794" y="586"/>
                  </a:lnTo>
                  <a:lnTo>
                    <a:pt x="9721" y="513"/>
                  </a:lnTo>
                  <a:lnTo>
                    <a:pt x="9647" y="440"/>
                  </a:lnTo>
                  <a:lnTo>
                    <a:pt x="9574" y="391"/>
                  </a:lnTo>
                  <a:lnTo>
                    <a:pt x="9476" y="366"/>
                  </a:lnTo>
                  <a:lnTo>
                    <a:pt x="9281" y="366"/>
                  </a:lnTo>
                  <a:lnTo>
                    <a:pt x="9208" y="391"/>
                  </a:lnTo>
                  <a:lnTo>
                    <a:pt x="9110" y="440"/>
                  </a:lnTo>
                  <a:lnTo>
                    <a:pt x="9037" y="513"/>
                  </a:lnTo>
                  <a:lnTo>
                    <a:pt x="7889" y="1661"/>
                  </a:lnTo>
                  <a:lnTo>
                    <a:pt x="7840" y="1490"/>
                  </a:lnTo>
                  <a:lnTo>
                    <a:pt x="7620" y="318"/>
                  </a:lnTo>
                  <a:lnTo>
                    <a:pt x="7596" y="195"/>
                  </a:lnTo>
                  <a:lnTo>
                    <a:pt x="7547" y="98"/>
                  </a:lnTo>
                  <a:lnTo>
                    <a:pt x="7498" y="49"/>
                  </a:lnTo>
                  <a:lnTo>
                    <a:pt x="742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>
            <a:spLocks noGrp="1"/>
          </p:cNvSpPr>
          <p:nvPr>
            <p:ph type="title"/>
          </p:nvPr>
        </p:nvSpPr>
        <p:spPr>
          <a:xfrm>
            <a:off x="1158865" y="1319367"/>
            <a:ext cx="3420568" cy="96086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"/>
              <a:t>Nội dung:</a:t>
            </a:r>
            <a:endParaRPr/>
          </a:p>
        </p:txBody>
      </p:sp>
      <p:grpSp>
        <p:nvGrpSpPr>
          <p:cNvPr id="73" name="Google Shape;73;p13"/>
          <p:cNvGrpSpPr/>
          <p:nvPr/>
        </p:nvGrpSpPr>
        <p:grpSpPr>
          <a:xfrm>
            <a:off x="9660993" y="948937"/>
            <a:ext cx="1463353" cy="1217432"/>
            <a:chOff x="1926350" y="995225"/>
            <a:chExt cx="428650" cy="356600"/>
          </a:xfrm>
        </p:grpSpPr>
        <p:sp>
          <p:nvSpPr>
            <p:cNvPr id="74" name="Google Shape;74;p13"/>
            <p:cNvSpPr/>
            <p:nvPr/>
          </p:nvSpPr>
          <p:spPr>
            <a:xfrm>
              <a:off x="1926350" y="1298075"/>
              <a:ext cx="208225" cy="53750"/>
            </a:xfrm>
            <a:custGeom>
              <a:avLst/>
              <a:gdLst/>
              <a:ahLst/>
              <a:cxnLst/>
              <a:rect l="l" t="t" r="r" b="b"/>
              <a:pathLst>
                <a:path w="8329" h="2150" extrusionOk="0">
                  <a:moveTo>
                    <a:pt x="0" y="0"/>
                  </a:moveTo>
                  <a:lnTo>
                    <a:pt x="0" y="489"/>
                  </a:lnTo>
                  <a:lnTo>
                    <a:pt x="25" y="635"/>
                  </a:lnTo>
                  <a:lnTo>
                    <a:pt x="74" y="758"/>
                  </a:lnTo>
                  <a:lnTo>
                    <a:pt x="147" y="855"/>
                  </a:lnTo>
                  <a:lnTo>
                    <a:pt x="245" y="953"/>
                  </a:lnTo>
                  <a:lnTo>
                    <a:pt x="391" y="1026"/>
                  </a:lnTo>
                  <a:lnTo>
                    <a:pt x="562" y="1051"/>
                  </a:lnTo>
                  <a:lnTo>
                    <a:pt x="733" y="1026"/>
                  </a:lnTo>
                  <a:lnTo>
                    <a:pt x="1295" y="855"/>
                  </a:lnTo>
                  <a:lnTo>
                    <a:pt x="1661" y="782"/>
                  </a:lnTo>
                  <a:lnTo>
                    <a:pt x="2076" y="684"/>
                  </a:lnTo>
                  <a:lnTo>
                    <a:pt x="2540" y="611"/>
                  </a:lnTo>
                  <a:lnTo>
                    <a:pt x="3029" y="562"/>
                  </a:lnTo>
                  <a:lnTo>
                    <a:pt x="3591" y="513"/>
                  </a:lnTo>
                  <a:lnTo>
                    <a:pt x="4177" y="489"/>
                  </a:lnTo>
                  <a:lnTo>
                    <a:pt x="4616" y="513"/>
                  </a:lnTo>
                  <a:lnTo>
                    <a:pt x="5032" y="538"/>
                  </a:lnTo>
                  <a:lnTo>
                    <a:pt x="5422" y="611"/>
                  </a:lnTo>
                  <a:lnTo>
                    <a:pt x="5789" y="684"/>
                  </a:lnTo>
                  <a:lnTo>
                    <a:pt x="6131" y="782"/>
                  </a:lnTo>
                  <a:lnTo>
                    <a:pt x="6448" y="880"/>
                  </a:lnTo>
                  <a:lnTo>
                    <a:pt x="6717" y="1002"/>
                  </a:lnTo>
                  <a:lnTo>
                    <a:pt x="6985" y="1124"/>
                  </a:lnTo>
                  <a:lnTo>
                    <a:pt x="7205" y="1246"/>
                  </a:lnTo>
                  <a:lnTo>
                    <a:pt x="7425" y="1393"/>
                  </a:lnTo>
                  <a:lnTo>
                    <a:pt x="7791" y="1661"/>
                  </a:lnTo>
                  <a:lnTo>
                    <a:pt x="8084" y="1930"/>
                  </a:lnTo>
                  <a:lnTo>
                    <a:pt x="8329" y="2150"/>
                  </a:lnTo>
                  <a:lnTo>
                    <a:pt x="8329" y="1661"/>
                  </a:lnTo>
                  <a:lnTo>
                    <a:pt x="8084" y="1441"/>
                  </a:lnTo>
                  <a:lnTo>
                    <a:pt x="7791" y="1173"/>
                  </a:lnTo>
                  <a:lnTo>
                    <a:pt x="7425" y="904"/>
                  </a:lnTo>
                  <a:lnTo>
                    <a:pt x="7205" y="758"/>
                  </a:lnTo>
                  <a:lnTo>
                    <a:pt x="6985" y="635"/>
                  </a:lnTo>
                  <a:lnTo>
                    <a:pt x="6717" y="513"/>
                  </a:lnTo>
                  <a:lnTo>
                    <a:pt x="6448" y="391"/>
                  </a:lnTo>
                  <a:lnTo>
                    <a:pt x="6131" y="294"/>
                  </a:lnTo>
                  <a:lnTo>
                    <a:pt x="5789" y="196"/>
                  </a:lnTo>
                  <a:lnTo>
                    <a:pt x="5422" y="123"/>
                  </a:lnTo>
                  <a:lnTo>
                    <a:pt x="5032" y="49"/>
                  </a:lnTo>
                  <a:lnTo>
                    <a:pt x="4616" y="25"/>
                  </a:lnTo>
                  <a:lnTo>
                    <a:pt x="4177" y="0"/>
                  </a:lnTo>
                  <a:lnTo>
                    <a:pt x="3591" y="25"/>
                  </a:lnTo>
                  <a:lnTo>
                    <a:pt x="3029" y="74"/>
                  </a:lnTo>
                  <a:lnTo>
                    <a:pt x="2540" y="123"/>
                  </a:lnTo>
                  <a:lnTo>
                    <a:pt x="2076" y="196"/>
                  </a:lnTo>
                  <a:lnTo>
                    <a:pt x="1661" y="294"/>
                  </a:lnTo>
                  <a:lnTo>
                    <a:pt x="1295" y="367"/>
                  </a:lnTo>
                  <a:lnTo>
                    <a:pt x="733" y="538"/>
                  </a:lnTo>
                  <a:lnTo>
                    <a:pt x="562" y="562"/>
                  </a:lnTo>
                  <a:lnTo>
                    <a:pt x="391" y="538"/>
                  </a:lnTo>
                  <a:lnTo>
                    <a:pt x="245" y="465"/>
                  </a:lnTo>
                  <a:lnTo>
                    <a:pt x="147" y="367"/>
                  </a:lnTo>
                  <a:lnTo>
                    <a:pt x="74" y="269"/>
                  </a:lnTo>
                  <a:lnTo>
                    <a:pt x="25" y="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5" name="Google Shape;75;p13"/>
            <p:cNvSpPr/>
            <p:nvPr/>
          </p:nvSpPr>
          <p:spPr>
            <a:xfrm>
              <a:off x="2146775" y="1298075"/>
              <a:ext cx="208225" cy="53750"/>
            </a:xfrm>
            <a:custGeom>
              <a:avLst/>
              <a:gdLst/>
              <a:ahLst/>
              <a:cxnLst/>
              <a:rect l="l" t="t" r="r" b="b"/>
              <a:pathLst>
                <a:path w="8329" h="2150" extrusionOk="0">
                  <a:moveTo>
                    <a:pt x="4152" y="0"/>
                  </a:moveTo>
                  <a:lnTo>
                    <a:pt x="3712" y="25"/>
                  </a:lnTo>
                  <a:lnTo>
                    <a:pt x="3297" y="49"/>
                  </a:lnTo>
                  <a:lnTo>
                    <a:pt x="2907" y="123"/>
                  </a:lnTo>
                  <a:lnTo>
                    <a:pt x="2540" y="196"/>
                  </a:lnTo>
                  <a:lnTo>
                    <a:pt x="2198" y="294"/>
                  </a:lnTo>
                  <a:lnTo>
                    <a:pt x="1881" y="391"/>
                  </a:lnTo>
                  <a:lnTo>
                    <a:pt x="1612" y="513"/>
                  </a:lnTo>
                  <a:lnTo>
                    <a:pt x="1343" y="635"/>
                  </a:lnTo>
                  <a:lnTo>
                    <a:pt x="1124" y="758"/>
                  </a:lnTo>
                  <a:lnTo>
                    <a:pt x="904" y="904"/>
                  </a:lnTo>
                  <a:lnTo>
                    <a:pt x="537" y="1173"/>
                  </a:lnTo>
                  <a:lnTo>
                    <a:pt x="244" y="1441"/>
                  </a:lnTo>
                  <a:lnTo>
                    <a:pt x="0" y="1661"/>
                  </a:lnTo>
                  <a:lnTo>
                    <a:pt x="0" y="2150"/>
                  </a:lnTo>
                  <a:lnTo>
                    <a:pt x="244" y="1930"/>
                  </a:lnTo>
                  <a:lnTo>
                    <a:pt x="537" y="1661"/>
                  </a:lnTo>
                  <a:lnTo>
                    <a:pt x="904" y="1393"/>
                  </a:lnTo>
                  <a:lnTo>
                    <a:pt x="1124" y="1246"/>
                  </a:lnTo>
                  <a:lnTo>
                    <a:pt x="1343" y="1124"/>
                  </a:lnTo>
                  <a:lnTo>
                    <a:pt x="1612" y="1002"/>
                  </a:lnTo>
                  <a:lnTo>
                    <a:pt x="1881" y="880"/>
                  </a:lnTo>
                  <a:lnTo>
                    <a:pt x="2198" y="782"/>
                  </a:lnTo>
                  <a:lnTo>
                    <a:pt x="2540" y="684"/>
                  </a:lnTo>
                  <a:lnTo>
                    <a:pt x="2907" y="611"/>
                  </a:lnTo>
                  <a:lnTo>
                    <a:pt x="3297" y="538"/>
                  </a:lnTo>
                  <a:lnTo>
                    <a:pt x="3712" y="513"/>
                  </a:lnTo>
                  <a:lnTo>
                    <a:pt x="4152" y="489"/>
                  </a:lnTo>
                  <a:lnTo>
                    <a:pt x="4738" y="513"/>
                  </a:lnTo>
                  <a:lnTo>
                    <a:pt x="5300" y="562"/>
                  </a:lnTo>
                  <a:lnTo>
                    <a:pt x="5788" y="611"/>
                  </a:lnTo>
                  <a:lnTo>
                    <a:pt x="6252" y="684"/>
                  </a:lnTo>
                  <a:lnTo>
                    <a:pt x="6668" y="782"/>
                  </a:lnTo>
                  <a:lnTo>
                    <a:pt x="7034" y="855"/>
                  </a:lnTo>
                  <a:lnTo>
                    <a:pt x="7596" y="1026"/>
                  </a:lnTo>
                  <a:lnTo>
                    <a:pt x="7767" y="1051"/>
                  </a:lnTo>
                  <a:lnTo>
                    <a:pt x="7938" y="1026"/>
                  </a:lnTo>
                  <a:lnTo>
                    <a:pt x="8084" y="953"/>
                  </a:lnTo>
                  <a:lnTo>
                    <a:pt x="8182" y="855"/>
                  </a:lnTo>
                  <a:lnTo>
                    <a:pt x="8255" y="758"/>
                  </a:lnTo>
                  <a:lnTo>
                    <a:pt x="8304" y="635"/>
                  </a:lnTo>
                  <a:lnTo>
                    <a:pt x="8328" y="489"/>
                  </a:lnTo>
                  <a:lnTo>
                    <a:pt x="8328" y="0"/>
                  </a:lnTo>
                  <a:lnTo>
                    <a:pt x="8304" y="147"/>
                  </a:lnTo>
                  <a:lnTo>
                    <a:pt x="8255" y="269"/>
                  </a:lnTo>
                  <a:lnTo>
                    <a:pt x="8182" y="367"/>
                  </a:lnTo>
                  <a:lnTo>
                    <a:pt x="8084" y="465"/>
                  </a:lnTo>
                  <a:lnTo>
                    <a:pt x="7938" y="538"/>
                  </a:lnTo>
                  <a:lnTo>
                    <a:pt x="7767" y="562"/>
                  </a:lnTo>
                  <a:lnTo>
                    <a:pt x="7596" y="538"/>
                  </a:lnTo>
                  <a:lnTo>
                    <a:pt x="7034" y="367"/>
                  </a:lnTo>
                  <a:lnTo>
                    <a:pt x="6668" y="294"/>
                  </a:lnTo>
                  <a:lnTo>
                    <a:pt x="6252" y="196"/>
                  </a:lnTo>
                  <a:lnTo>
                    <a:pt x="5788" y="123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6" name="Google Shape;76;p13"/>
            <p:cNvSpPr/>
            <p:nvPr/>
          </p:nvSpPr>
          <p:spPr>
            <a:xfrm>
              <a:off x="1926350" y="995225"/>
              <a:ext cx="208225" cy="332175"/>
            </a:xfrm>
            <a:custGeom>
              <a:avLst/>
              <a:gdLst/>
              <a:ahLst/>
              <a:cxnLst/>
              <a:rect l="l" t="t" r="r" b="b"/>
              <a:pathLst>
                <a:path w="8329" h="13287" extrusionOk="0">
                  <a:moveTo>
                    <a:pt x="4177" y="1"/>
                  </a:moveTo>
                  <a:lnTo>
                    <a:pt x="3591" y="25"/>
                  </a:lnTo>
                  <a:lnTo>
                    <a:pt x="3029" y="74"/>
                  </a:lnTo>
                  <a:lnTo>
                    <a:pt x="2467" y="196"/>
                  </a:lnTo>
                  <a:lnTo>
                    <a:pt x="1905" y="343"/>
                  </a:lnTo>
                  <a:lnTo>
                    <a:pt x="1393" y="538"/>
                  </a:lnTo>
                  <a:lnTo>
                    <a:pt x="929" y="758"/>
                  </a:lnTo>
                  <a:lnTo>
                    <a:pt x="513" y="978"/>
                  </a:lnTo>
                  <a:lnTo>
                    <a:pt x="342" y="1124"/>
                  </a:lnTo>
                  <a:lnTo>
                    <a:pt x="196" y="1246"/>
                  </a:lnTo>
                  <a:lnTo>
                    <a:pt x="123" y="1319"/>
                  </a:lnTo>
                  <a:lnTo>
                    <a:pt x="49" y="1442"/>
                  </a:lnTo>
                  <a:lnTo>
                    <a:pt x="25" y="1539"/>
                  </a:lnTo>
                  <a:lnTo>
                    <a:pt x="0" y="1661"/>
                  </a:lnTo>
                  <a:lnTo>
                    <a:pt x="0" y="11626"/>
                  </a:lnTo>
                  <a:lnTo>
                    <a:pt x="25" y="11773"/>
                  </a:lnTo>
                  <a:lnTo>
                    <a:pt x="74" y="11895"/>
                  </a:lnTo>
                  <a:lnTo>
                    <a:pt x="147" y="11992"/>
                  </a:lnTo>
                  <a:lnTo>
                    <a:pt x="245" y="12090"/>
                  </a:lnTo>
                  <a:lnTo>
                    <a:pt x="391" y="12163"/>
                  </a:lnTo>
                  <a:lnTo>
                    <a:pt x="562" y="12188"/>
                  </a:lnTo>
                  <a:lnTo>
                    <a:pt x="733" y="12163"/>
                  </a:lnTo>
                  <a:lnTo>
                    <a:pt x="1295" y="11992"/>
                  </a:lnTo>
                  <a:lnTo>
                    <a:pt x="1661" y="11919"/>
                  </a:lnTo>
                  <a:lnTo>
                    <a:pt x="2076" y="11821"/>
                  </a:lnTo>
                  <a:lnTo>
                    <a:pt x="2540" y="11748"/>
                  </a:lnTo>
                  <a:lnTo>
                    <a:pt x="3029" y="11699"/>
                  </a:lnTo>
                  <a:lnTo>
                    <a:pt x="3591" y="11650"/>
                  </a:lnTo>
                  <a:lnTo>
                    <a:pt x="4177" y="11626"/>
                  </a:lnTo>
                  <a:lnTo>
                    <a:pt x="4616" y="11650"/>
                  </a:lnTo>
                  <a:lnTo>
                    <a:pt x="5032" y="11675"/>
                  </a:lnTo>
                  <a:lnTo>
                    <a:pt x="5422" y="11748"/>
                  </a:lnTo>
                  <a:lnTo>
                    <a:pt x="5789" y="11821"/>
                  </a:lnTo>
                  <a:lnTo>
                    <a:pt x="6131" y="11919"/>
                  </a:lnTo>
                  <a:lnTo>
                    <a:pt x="6448" y="12017"/>
                  </a:lnTo>
                  <a:lnTo>
                    <a:pt x="6717" y="12139"/>
                  </a:lnTo>
                  <a:lnTo>
                    <a:pt x="6985" y="12261"/>
                  </a:lnTo>
                  <a:lnTo>
                    <a:pt x="7205" y="12383"/>
                  </a:lnTo>
                  <a:lnTo>
                    <a:pt x="7425" y="12530"/>
                  </a:lnTo>
                  <a:lnTo>
                    <a:pt x="7791" y="12798"/>
                  </a:lnTo>
                  <a:lnTo>
                    <a:pt x="8084" y="13067"/>
                  </a:lnTo>
                  <a:lnTo>
                    <a:pt x="8329" y="13287"/>
                  </a:lnTo>
                  <a:lnTo>
                    <a:pt x="8329" y="2199"/>
                  </a:lnTo>
                  <a:lnTo>
                    <a:pt x="8329" y="2101"/>
                  </a:lnTo>
                  <a:lnTo>
                    <a:pt x="8280" y="1979"/>
                  </a:lnTo>
                  <a:lnTo>
                    <a:pt x="8231" y="1881"/>
                  </a:lnTo>
                  <a:lnTo>
                    <a:pt x="8158" y="1808"/>
                  </a:lnTo>
                  <a:lnTo>
                    <a:pt x="8036" y="1686"/>
                  </a:lnTo>
                  <a:lnTo>
                    <a:pt x="7767" y="1442"/>
                  </a:lnTo>
                  <a:lnTo>
                    <a:pt x="7449" y="1173"/>
                  </a:lnTo>
                  <a:lnTo>
                    <a:pt x="7083" y="904"/>
                  </a:lnTo>
                  <a:lnTo>
                    <a:pt x="6644" y="611"/>
                  </a:lnTo>
                  <a:lnTo>
                    <a:pt x="6375" y="489"/>
                  </a:lnTo>
                  <a:lnTo>
                    <a:pt x="6131" y="367"/>
                  </a:lnTo>
                  <a:lnTo>
                    <a:pt x="5838" y="269"/>
                  </a:lnTo>
                  <a:lnTo>
                    <a:pt x="5544" y="172"/>
                  </a:lnTo>
                  <a:lnTo>
                    <a:pt x="5227" y="98"/>
                  </a:lnTo>
                  <a:lnTo>
                    <a:pt x="4885" y="49"/>
                  </a:lnTo>
                  <a:lnTo>
                    <a:pt x="4543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77" name="Google Shape;77;p13"/>
            <p:cNvSpPr/>
            <p:nvPr/>
          </p:nvSpPr>
          <p:spPr>
            <a:xfrm>
              <a:off x="2146775" y="995225"/>
              <a:ext cx="208225" cy="332175"/>
            </a:xfrm>
            <a:custGeom>
              <a:avLst/>
              <a:gdLst/>
              <a:ahLst/>
              <a:cxnLst/>
              <a:rect l="l" t="t" r="r" b="b"/>
              <a:pathLst>
                <a:path w="8329" h="13287" extrusionOk="0">
                  <a:moveTo>
                    <a:pt x="3786" y="1"/>
                  </a:moveTo>
                  <a:lnTo>
                    <a:pt x="3444" y="49"/>
                  </a:lnTo>
                  <a:lnTo>
                    <a:pt x="3102" y="98"/>
                  </a:lnTo>
                  <a:lnTo>
                    <a:pt x="2784" y="172"/>
                  </a:lnTo>
                  <a:lnTo>
                    <a:pt x="2491" y="269"/>
                  </a:lnTo>
                  <a:lnTo>
                    <a:pt x="2198" y="367"/>
                  </a:lnTo>
                  <a:lnTo>
                    <a:pt x="1954" y="489"/>
                  </a:lnTo>
                  <a:lnTo>
                    <a:pt x="1685" y="611"/>
                  </a:lnTo>
                  <a:lnTo>
                    <a:pt x="1246" y="904"/>
                  </a:lnTo>
                  <a:lnTo>
                    <a:pt x="879" y="1173"/>
                  </a:lnTo>
                  <a:lnTo>
                    <a:pt x="562" y="1442"/>
                  </a:lnTo>
                  <a:lnTo>
                    <a:pt x="293" y="1686"/>
                  </a:lnTo>
                  <a:lnTo>
                    <a:pt x="171" y="1808"/>
                  </a:lnTo>
                  <a:lnTo>
                    <a:pt x="98" y="1881"/>
                  </a:lnTo>
                  <a:lnTo>
                    <a:pt x="49" y="1979"/>
                  </a:lnTo>
                  <a:lnTo>
                    <a:pt x="0" y="2101"/>
                  </a:lnTo>
                  <a:lnTo>
                    <a:pt x="0" y="2199"/>
                  </a:lnTo>
                  <a:lnTo>
                    <a:pt x="0" y="13287"/>
                  </a:lnTo>
                  <a:lnTo>
                    <a:pt x="244" y="13067"/>
                  </a:lnTo>
                  <a:lnTo>
                    <a:pt x="537" y="12798"/>
                  </a:lnTo>
                  <a:lnTo>
                    <a:pt x="904" y="12530"/>
                  </a:lnTo>
                  <a:lnTo>
                    <a:pt x="1124" y="12383"/>
                  </a:lnTo>
                  <a:lnTo>
                    <a:pt x="1343" y="12261"/>
                  </a:lnTo>
                  <a:lnTo>
                    <a:pt x="1612" y="12139"/>
                  </a:lnTo>
                  <a:lnTo>
                    <a:pt x="1881" y="12017"/>
                  </a:lnTo>
                  <a:lnTo>
                    <a:pt x="2198" y="11919"/>
                  </a:lnTo>
                  <a:lnTo>
                    <a:pt x="2540" y="11821"/>
                  </a:lnTo>
                  <a:lnTo>
                    <a:pt x="2907" y="11748"/>
                  </a:lnTo>
                  <a:lnTo>
                    <a:pt x="3297" y="11675"/>
                  </a:lnTo>
                  <a:lnTo>
                    <a:pt x="3712" y="11650"/>
                  </a:lnTo>
                  <a:lnTo>
                    <a:pt x="4152" y="11626"/>
                  </a:lnTo>
                  <a:lnTo>
                    <a:pt x="4738" y="11650"/>
                  </a:lnTo>
                  <a:lnTo>
                    <a:pt x="5300" y="11699"/>
                  </a:lnTo>
                  <a:lnTo>
                    <a:pt x="5788" y="11748"/>
                  </a:lnTo>
                  <a:lnTo>
                    <a:pt x="6252" y="11821"/>
                  </a:lnTo>
                  <a:lnTo>
                    <a:pt x="6668" y="11919"/>
                  </a:lnTo>
                  <a:lnTo>
                    <a:pt x="7034" y="11992"/>
                  </a:lnTo>
                  <a:lnTo>
                    <a:pt x="7596" y="12163"/>
                  </a:lnTo>
                  <a:lnTo>
                    <a:pt x="7767" y="12188"/>
                  </a:lnTo>
                  <a:lnTo>
                    <a:pt x="7938" y="12163"/>
                  </a:lnTo>
                  <a:lnTo>
                    <a:pt x="8084" y="12090"/>
                  </a:lnTo>
                  <a:lnTo>
                    <a:pt x="8182" y="11992"/>
                  </a:lnTo>
                  <a:lnTo>
                    <a:pt x="8255" y="11895"/>
                  </a:lnTo>
                  <a:lnTo>
                    <a:pt x="8304" y="11773"/>
                  </a:lnTo>
                  <a:lnTo>
                    <a:pt x="8328" y="11626"/>
                  </a:lnTo>
                  <a:lnTo>
                    <a:pt x="8328" y="1661"/>
                  </a:lnTo>
                  <a:lnTo>
                    <a:pt x="8304" y="1539"/>
                  </a:lnTo>
                  <a:lnTo>
                    <a:pt x="8280" y="1442"/>
                  </a:lnTo>
                  <a:lnTo>
                    <a:pt x="8206" y="1319"/>
                  </a:lnTo>
                  <a:lnTo>
                    <a:pt x="8133" y="1246"/>
                  </a:lnTo>
                  <a:lnTo>
                    <a:pt x="7987" y="1124"/>
                  </a:lnTo>
                  <a:lnTo>
                    <a:pt x="7816" y="978"/>
                  </a:lnTo>
                  <a:lnTo>
                    <a:pt x="7400" y="758"/>
                  </a:lnTo>
                  <a:lnTo>
                    <a:pt x="6936" y="538"/>
                  </a:lnTo>
                  <a:lnTo>
                    <a:pt x="6423" y="343"/>
                  </a:lnTo>
                  <a:lnTo>
                    <a:pt x="5862" y="196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867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78" name="Google Shape;78;p13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>
                <a:solidFill>
                  <a:srgbClr val="000000"/>
                </a:solidFill>
              </a:rPr>
              <a:pPr defTabSz="1219170">
                <a:buClr>
                  <a:srgbClr val="000000"/>
                </a:buClr>
              </a:pPr>
              <a:t>2</a:t>
            </a:fld>
            <a:endParaRPr kern="0">
              <a:solidFill>
                <a:srgbClr val="000000"/>
              </a:solidFill>
            </a:endParaRPr>
          </a:p>
        </p:txBody>
      </p:sp>
      <p:sp>
        <p:nvSpPr>
          <p:cNvPr id="6" name="Google Shape;69;p13">
            <a:extLst>
              <a:ext uri="{FF2B5EF4-FFF2-40B4-BE49-F238E27FC236}">
                <a16:creationId xmlns:a16="http://schemas.microsoft.com/office/drawing/2014/main" id="{8368140B-F31C-2FE6-7F1A-7FBD23207677}"/>
              </a:ext>
            </a:extLst>
          </p:cNvPr>
          <p:cNvSpPr txBox="1">
            <a:spLocks/>
          </p:cNvSpPr>
          <p:nvPr/>
        </p:nvSpPr>
        <p:spPr>
          <a:xfrm>
            <a:off x="1158865" y="2355817"/>
            <a:ext cx="9965480" cy="960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9pPr>
          </a:lstStyle>
          <a:p>
            <a:pPr defTabSz="1219170">
              <a:buClr>
                <a:srgbClr val="000000"/>
              </a:buClr>
            </a:pPr>
            <a:r>
              <a:rPr lang="en-US" sz="5333" kern="0">
                <a:solidFill>
                  <a:srgbClr val="000000"/>
                </a:solidFill>
              </a:rPr>
              <a:t>1. Xây dựng môi trường.</a:t>
            </a:r>
          </a:p>
        </p:txBody>
      </p:sp>
      <p:sp>
        <p:nvSpPr>
          <p:cNvPr id="7" name="Google Shape;69;p13">
            <a:extLst>
              <a:ext uri="{FF2B5EF4-FFF2-40B4-BE49-F238E27FC236}">
                <a16:creationId xmlns:a16="http://schemas.microsoft.com/office/drawing/2014/main" id="{F6A48D7A-7EBE-7AF3-7744-F061A9444F76}"/>
              </a:ext>
            </a:extLst>
          </p:cNvPr>
          <p:cNvSpPr txBox="1">
            <a:spLocks/>
          </p:cNvSpPr>
          <p:nvPr/>
        </p:nvSpPr>
        <p:spPr>
          <a:xfrm>
            <a:off x="1158865" y="3691934"/>
            <a:ext cx="9965480" cy="221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Work Sans"/>
              <a:buNone/>
              <a:defRPr sz="4000" b="1" i="0" u="none" strike="noStrike" cap="non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9pPr>
          </a:lstStyle>
          <a:p>
            <a:pPr defTabSz="1219170">
              <a:buClr>
                <a:srgbClr val="000000"/>
              </a:buClr>
            </a:pPr>
            <a:r>
              <a:rPr lang="en-US" sz="5333" kern="0">
                <a:solidFill>
                  <a:srgbClr val="000000"/>
                </a:solidFill>
              </a:rPr>
              <a:t>2. Xây dựng DQN đơn giản để huấn luyện dựa trên môi trường.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ctrTitle" idx="4294967295"/>
          </p:nvPr>
        </p:nvSpPr>
        <p:spPr>
          <a:xfrm>
            <a:off x="914401" y="545170"/>
            <a:ext cx="7907455" cy="1167095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/>
              <a:t>1. Xây dựng môi trường</a:t>
            </a:r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subTitle" idx="4294967295"/>
          </p:nvPr>
        </p:nvSpPr>
        <p:spPr>
          <a:xfrm>
            <a:off x="1191942" y="1804020"/>
            <a:ext cx="4458009" cy="614984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indent="0">
              <a:spcBef>
                <a:spcPts val="800"/>
              </a:spcBef>
              <a:buNone/>
            </a:pPr>
            <a:r>
              <a:rPr lang="en-US" sz="3200" b="1">
                <a:latin typeface="Work Sans"/>
                <a:ea typeface="Work Sans"/>
                <a:cs typeface="Work Sans"/>
                <a:sym typeface="Work Sans"/>
              </a:rPr>
              <a:t>a) Thư viện pygame</a:t>
            </a:r>
            <a:endParaRPr sz="3200"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86" name="Google Shape;86;p14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>
                <a:solidFill>
                  <a:srgbClr val="000000"/>
                </a:solidFill>
              </a:rPr>
              <a:pPr defTabSz="1219170">
                <a:buClr>
                  <a:srgbClr val="000000"/>
                </a:buClr>
              </a:pPr>
              <a:t>3</a:t>
            </a:fld>
            <a:endParaRPr kern="0"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ED9A4A-E35B-7EAE-BDA4-2038756931BF}"/>
              </a:ext>
            </a:extLst>
          </p:cNvPr>
          <p:cNvSpPr txBox="1"/>
          <p:nvPr/>
        </p:nvSpPr>
        <p:spPr>
          <a:xfrm>
            <a:off x="1595865" y="2686206"/>
            <a:ext cx="9148956" cy="29653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 defTabSz="1219170"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667" b="1" kern="0">
                <a:solidFill>
                  <a:srgbClr val="000000"/>
                </a:solidFill>
                <a:latin typeface="Work Sans" pitchFamily="2" charset="0"/>
                <a:cs typeface="Arial"/>
                <a:sym typeface="Arial"/>
              </a:rPr>
              <a:t>Thư viện của Python, tập hợp các module được thiết kế riêng để lập trình game.</a:t>
            </a:r>
          </a:p>
          <a:p>
            <a:pPr marL="380990" indent="-380990" defTabSz="1219170"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667" b="1" kern="0">
                <a:solidFill>
                  <a:srgbClr val="000000"/>
                </a:solidFill>
                <a:latin typeface="Work Sans" pitchFamily="2" charset="0"/>
                <a:cs typeface="Arial"/>
                <a:sym typeface="Arial"/>
              </a:rPr>
              <a:t>Có thể hoạt động trên nhiều nền tảng, hệ điều hành khác nhau.</a:t>
            </a:r>
          </a:p>
          <a:p>
            <a:pPr marL="380990" indent="-380990" defTabSz="1219170"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667" b="1" kern="0">
                <a:solidFill>
                  <a:srgbClr val="000000"/>
                </a:solidFill>
                <a:latin typeface="Work Sans" pitchFamily="2" charset="0"/>
                <a:cs typeface="Arial"/>
                <a:sym typeface="Arial"/>
              </a:rPr>
              <a:t>Xây dựng các trò chơi chạy trên nhiều nền tảng như Windows, Mac, Linux hoặc trên cả thiết bị di động.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ctrTitle" idx="4294967295"/>
          </p:nvPr>
        </p:nvSpPr>
        <p:spPr>
          <a:xfrm>
            <a:off x="914401" y="545170"/>
            <a:ext cx="7907455" cy="1167095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>
                <a:latin typeface="Work Sans" pitchFamily="2" charset="0"/>
              </a:rPr>
              <a:t>1. Xây dựng môi trường</a:t>
            </a:r>
            <a:endParaRPr>
              <a:latin typeface="Work Sans" pitchFamily="2" charset="0"/>
            </a:endParaRPr>
          </a:p>
        </p:txBody>
      </p:sp>
      <p:sp>
        <p:nvSpPr>
          <p:cNvPr id="84" name="Google Shape;84;p14"/>
          <p:cNvSpPr txBox="1">
            <a:spLocks noGrp="1"/>
          </p:cNvSpPr>
          <p:nvPr>
            <p:ph type="subTitle" idx="4294967295"/>
          </p:nvPr>
        </p:nvSpPr>
        <p:spPr>
          <a:xfrm>
            <a:off x="1191942" y="1804020"/>
            <a:ext cx="4458009" cy="614984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indent="0">
              <a:spcBef>
                <a:spcPts val="800"/>
              </a:spcBef>
              <a:buNone/>
            </a:pPr>
            <a:r>
              <a:rPr lang="en-US" sz="3200" b="1">
                <a:latin typeface="Work Sans" pitchFamily="2" charset="0"/>
                <a:ea typeface="Work Sans"/>
                <a:cs typeface="Work Sans"/>
                <a:sym typeface="Work Sans"/>
              </a:rPr>
              <a:t>a) Thư viện pygame</a:t>
            </a:r>
            <a:endParaRPr sz="3200" b="1">
              <a:latin typeface="Work Sans" pitchFamily="2" charset="0"/>
              <a:ea typeface="Work Sans"/>
              <a:cs typeface="Work Sans"/>
              <a:sym typeface="Work Sans"/>
            </a:endParaRPr>
          </a:p>
        </p:txBody>
      </p:sp>
      <p:sp>
        <p:nvSpPr>
          <p:cNvPr id="86" name="Google Shape;86;p14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>
                <a:solidFill>
                  <a:srgbClr val="000000"/>
                </a:solidFill>
                <a:latin typeface="Work Sans" pitchFamily="2" charset="0"/>
              </a:rPr>
              <a:pPr defTabSz="1219170">
                <a:buClr>
                  <a:srgbClr val="000000"/>
                </a:buClr>
              </a:pPr>
              <a:t>4</a:t>
            </a:fld>
            <a:endParaRPr kern="0">
              <a:solidFill>
                <a:srgbClr val="000000"/>
              </a:solidFill>
              <a:latin typeface="Work Sans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70E091-4665-DD5D-8521-BFABA95AE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942" y="2609212"/>
            <a:ext cx="5443305" cy="30304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05B661-7042-BC9D-F4CE-686653B1C1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6553" y="2609212"/>
            <a:ext cx="3222780" cy="30304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FD3652-0825-22B0-CEBC-3CF6A6F53ED6}"/>
              </a:ext>
            </a:extLst>
          </p:cNvPr>
          <p:cNvSpPr txBox="1"/>
          <p:nvPr/>
        </p:nvSpPr>
        <p:spPr>
          <a:xfrm>
            <a:off x="1424841" y="5709734"/>
            <a:ext cx="4695903" cy="379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867" kern="0">
                <a:solidFill>
                  <a:srgbClr val="000000"/>
                </a:solidFill>
                <a:latin typeface="Work Sans" pitchFamily="2" charset="0"/>
                <a:cs typeface="Arial"/>
                <a:sym typeface="Arial"/>
              </a:rPr>
              <a:t>Một chương trình đơn giản với pygame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75297F-2FD0-005C-2FD2-7A39EF3F4BA7}"/>
              </a:ext>
            </a:extLst>
          </p:cNvPr>
          <p:cNvSpPr txBox="1"/>
          <p:nvPr/>
        </p:nvSpPr>
        <p:spPr>
          <a:xfrm>
            <a:off x="8678166" y="5709734"/>
            <a:ext cx="1179551" cy="379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867" kern="0">
                <a:solidFill>
                  <a:srgbClr val="000000"/>
                </a:solidFill>
                <a:latin typeface="Work Sans" pitchFamily="2" charset="0"/>
                <a:cs typeface="Arial"/>
                <a:sym typeface="Arial"/>
              </a:rPr>
              <a:t>Kết quả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EB3ABB9-A1E3-4E27-5772-5F5A32EFC50F}"/>
              </a:ext>
            </a:extLst>
          </p:cNvPr>
          <p:cNvCxnSpPr>
            <a:cxnSpLocks/>
          </p:cNvCxnSpPr>
          <p:nvPr/>
        </p:nvCxnSpPr>
        <p:spPr>
          <a:xfrm>
            <a:off x="7533268" y="2609212"/>
            <a:ext cx="379637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5AFB5A3-7B0E-5D92-E182-892776D69C92}"/>
              </a:ext>
            </a:extLst>
          </p:cNvPr>
          <p:cNvCxnSpPr>
            <a:cxnSpLocks/>
          </p:cNvCxnSpPr>
          <p:nvPr/>
        </p:nvCxnSpPr>
        <p:spPr>
          <a:xfrm>
            <a:off x="7656552" y="2419005"/>
            <a:ext cx="0" cy="35184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6C5536E-A5CB-A523-4C6B-CABB49A1A3DF}"/>
              </a:ext>
            </a:extLst>
          </p:cNvPr>
          <p:cNvSpPr txBox="1"/>
          <p:nvPr/>
        </p:nvSpPr>
        <p:spPr>
          <a:xfrm>
            <a:off x="7265641" y="5639635"/>
            <a:ext cx="267628" cy="379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867" kern="0">
                <a:solidFill>
                  <a:srgbClr val="000000"/>
                </a:solidFill>
                <a:latin typeface="Work Sans" pitchFamily="2" charset="0"/>
                <a:cs typeface="Arial"/>
                <a:sym typeface="Arial"/>
              </a:rPr>
              <a:t>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6C8DACF-928C-8FAE-CDBD-03D2D73F5BDB}"/>
              </a:ext>
            </a:extLst>
          </p:cNvPr>
          <p:cNvSpPr txBox="1"/>
          <p:nvPr/>
        </p:nvSpPr>
        <p:spPr>
          <a:xfrm>
            <a:off x="11000059" y="2131336"/>
            <a:ext cx="436136" cy="379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867" kern="0">
                <a:solidFill>
                  <a:srgbClr val="000000"/>
                </a:solidFill>
                <a:latin typeface="Work Sans" pitchFamily="2" charset="0"/>
                <a:cs typeface="Arial"/>
                <a:sym typeface="Arial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430508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ic-Tac-Toe with Tabular Q-Learning">
            <a:extLst>
              <a:ext uri="{FF2B5EF4-FFF2-40B4-BE49-F238E27FC236}">
                <a16:creationId xmlns:a16="http://schemas.microsoft.com/office/drawing/2014/main" id="{76CED592-7C4B-010E-1304-DA20A807B6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643645" y="1820333"/>
            <a:ext cx="3535531" cy="321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Google Shape;83;p14"/>
          <p:cNvSpPr txBox="1">
            <a:spLocks noGrp="1"/>
          </p:cNvSpPr>
          <p:nvPr>
            <p:ph type="ctrTitle" idx="4294967295"/>
          </p:nvPr>
        </p:nvSpPr>
        <p:spPr>
          <a:xfrm>
            <a:off x="932689" y="551504"/>
            <a:ext cx="2880359" cy="743001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baseline="30000"/>
              <a:t>*</a:t>
            </a:r>
            <a:r>
              <a:rPr lang="en-US" sz="3200"/>
              <a:t>Q-Learning</a:t>
            </a:r>
            <a:endParaRPr/>
          </a:p>
        </p:txBody>
      </p:sp>
      <p:sp>
        <p:nvSpPr>
          <p:cNvPr id="86" name="Google Shape;86;p14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>
                <a:solidFill>
                  <a:srgbClr val="000000"/>
                </a:solidFill>
              </a:rPr>
              <a:pPr defTabSz="1219170">
                <a:buClr>
                  <a:srgbClr val="000000"/>
                </a:buClr>
              </a:pPr>
              <a:t>5</a:t>
            </a:fld>
            <a:endParaRPr kern="0"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2354E4-D2CB-D619-E60F-A14BE4C92B6B}"/>
              </a:ext>
            </a:extLst>
          </p:cNvPr>
          <p:cNvSpPr txBox="1"/>
          <p:nvPr/>
        </p:nvSpPr>
        <p:spPr>
          <a:xfrm>
            <a:off x="731520" y="1228183"/>
            <a:ext cx="704088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Là một thuật toán Reinforcement Learning, giúp cho máy tính học được cách tương tác với môi trường thông qua các action và reward.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Các khái niệm trong Q-Learning: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b="1"/>
              <a:t>Agent.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b="1"/>
              <a:t>Goal.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b="1"/>
              <a:t>State.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b="1"/>
              <a:t>Action.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b="1"/>
              <a:t>Reward.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b="1"/>
              <a:t>Environment.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b="1"/>
              <a:t>Ngoài ra còn có các khái niệm về thông số learning rate,discount factor, Q value,…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US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Agent thực hiện các action qua đó nhận được các reward, thông qua reward nhận được để xây dựng look-up table gọi là Q table.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Dựa vào Q table để lựa chọn action tối ưu nhất.</a:t>
            </a:r>
          </a:p>
        </p:txBody>
      </p:sp>
    </p:spTree>
    <p:extLst>
      <p:ext uri="{BB962C8B-B14F-4D97-AF65-F5344CB8AC3E}">
        <p14:creationId xmlns:p14="http://schemas.microsoft.com/office/powerpoint/2010/main" val="465681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ctrTitle" idx="4294967295"/>
          </p:nvPr>
        </p:nvSpPr>
        <p:spPr>
          <a:xfrm>
            <a:off x="829056" y="731520"/>
            <a:ext cx="10533887" cy="1362456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/>
              <a:t>2. Xây dựng DQN đơn giản để huấn luyện dựa trên môi trường.</a:t>
            </a:r>
            <a:endParaRPr/>
          </a:p>
        </p:txBody>
      </p:sp>
      <p:sp>
        <p:nvSpPr>
          <p:cNvPr id="86" name="Google Shape;86;p14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>
                <a:solidFill>
                  <a:srgbClr val="000000"/>
                </a:solidFill>
              </a:rPr>
              <a:pPr defTabSz="1219170">
                <a:buClr>
                  <a:srgbClr val="000000"/>
                </a:buClr>
              </a:pPr>
              <a:t>6</a:t>
            </a:fld>
            <a:endParaRPr kern="0">
              <a:solidFill>
                <a:srgbClr val="00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066CB6-CCD1-C4B8-BB23-7B77ED91E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327" y="1709928"/>
            <a:ext cx="4476005" cy="4288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929F12-8803-7E23-72DD-E3D8CE88CFBE}"/>
              </a:ext>
            </a:extLst>
          </p:cNvPr>
          <p:cNvSpPr txBox="1"/>
          <p:nvPr/>
        </p:nvSpPr>
        <p:spPr>
          <a:xfrm>
            <a:off x="980179" y="2093976"/>
            <a:ext cx="5272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a) Lớp Linear_QNet (mạng nơ-ron)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28572-F00E-DBD9-CB96-B01B975EB7C1}"/>
              </a:ext>
            </a:extLst>
          </p:cNvPr>
          <p:cNvSpPr txBox="1"/>
          <p:nvPr/>
        </p:nvSpPr>
        <p:spPr>
          <a:xfrm>
            <a:off x="1271016" y="2724912"/>
            <a:ext cx="490118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Có 3 tham số đầu vào.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Hàm forward xác định logic truyền thuận của mạng.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Hàm save để lưu model sau khi train. Có thể tiếp tục sử dụng để train hoặc dùng để chơi game.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 Model là trạng thái của mạng bao gồm trọng số (weight) và bias.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/>
          </a:p>
          <a:p>
            <a:r>
              <a:rPr lang="en-US" sz="2000" b="1" i="1" u="sng"/>
              <a:t>Lớp này ước lượng hàm giá trị Q, từ đó đưa ra dự đoán cho cặp trạng thái – hành động (state – action).</a:t>
            </a:r>
          </a:p>
        </p:txBody>
      </p:sp>
    </p:spTree>
    <p:extLst>
      <p:ext uri="{BB962C8B-B14F-4D97-AF65-F5344CB8AC3E}">
        <p14:creationId xmlns:p14="http://schemas.microsoft.com/office/powerpoint/2010/main" val="580911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FAACB0-95BC-6338-D118-8D9D0A1D01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7</a:t>
            </a:fld>
            <a:endParaRPr lang="en"/>
          </a:p>
        </p:txBody>
      </p:sp>
      <p:pic>
        <p:nvPicPr>
          <p:cNvPr id="6" name="Picture 5" descr="A diagram of a network&#10;&#10;Description automatically generated">
            <a:hlinkClick r:id="rId3"/>
            <a:extLst>
              <a:ext uri="{FF2B5EF4-FFF2-40B4-BE49-F238E27FC236}">
                <a16:creationId xmlns:a16="http://schemas.microsoft.com/office/drawing/2014/main" id="{7E1E45DD-F923-F3B1-E9DF-F8C9638F62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872438"/>
            <a:ext cx="7620000" cy="4800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733538-1ECF-F69B-DD97-50B61C02F661}"/>
              </a:ext>
            </a:extLst>
          </p:cNvPr>
          <p:cNvSpPr txBox="1"/>
          <p:nvPr/>
        </p:nvSpPr>
        <p:spPr>
          <a:xfrm>
            <a:off x="4799585" y="5616230"/>
            <a:ext cx="259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(Nguồn </a:t>
            </a:r>
            <a:r>
              <a:rPr lang="en-US">
                <a:hlinkClick r:id="rId5"/>
              </a:rPr>
              <a:t>geeksforgeeks)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209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ctrTitle" idx="4294967295"/>
          </p:nvPr>
        </p:nvSpPr>
        <p:spPr>
          <a:xfrm>
            <a:off x="829056" y="731520"/>
            <a:ext cx="10533887" cy="1362456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/>
              <a:t>2. Xây dựng DQN đơn giản để huấn luyện dựa trên môi trường.</a:t>
            </a:r>
            <a:endParaRPr/>
          </a:p>
        </p:txBody>
      </p:sp>
      <p:sp>
        <p:nvSpPr>
          <p:cNvPr id="86" name="Google Shape;86;p14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>
                <a:solidFill>
                  <a:srgbClr val="000000"/>
                </a:solidFill>
              </a:rPr>
              <a:pPr defTabSz="1219170">
                <a:buClr>
                  <a:srgbClr val="000000"/>
                </a:buClr>
              </a:pPr>
              <a:t>8</a:t>
            </a:fld>
            <a:endParaRPr kern="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929F12-8803-7E23-72DD-E3D8CE88CFBE}"/>
              </a:ext>
            </a:extLst>
          </p:cNvPr>
          <p:cNvSpPr txBox="1"/>
          <p:nvPr/>
        </p:nvSpPr>
        <p:spPr>
          <a:xfrm>
            <a:off x="980179" y="2093976"/>
            <a:ext cx="5272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b) Lớp QTrainer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28572-F00E-DBD9-CB96-B01B975EB7C1}"/>
              </a:ext>
            </a:extLst>
          </p:cNvPr>
          <p:cNvSpPr txBox="1"/>
          <p:nvPr/>
        </p:nvSpPr>
        <p:spPr>
          <a:xfrm>
            <a:off x="1271016" y="2724912"/>
            <a:ext cx="490118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Khởi tạo: learning rate(lr), gamma.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Bộ tối ưu hóa Adam để điều chỉnh thay đổi trong mạng dựa trên tốc độ học lr.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Hàm mất mát MSE(mean squared error) đo lường độ lệch giữa giá trị Q dự đoán và Q mục tiêu.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Hàm train_step chuyển đổi các tham số đầu vào thành các tensor pytorch để chuẩn bị thực hiện dự đoán dựa trên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EA51DA-1696-4CBF-30BC-F50F64006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093976"/>
            <a:ext cx="5563428" cy="20195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FC63B0D-D9CC-9009-EB90-9059A47CF9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4100711"/>
            <a:ext cx="5563428" cy="159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464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ctrTitle" idx="4294967295"/>
          </p:nvPr>
        </p:nvSpPr>
        <p:spPr>
          <a:xfrm>
            <a:off x="829056" y="731520"/>
            <a:ext cx="10533887" cy="1362456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/>
              <a:t>2. Xây dựng DQN đơn giản để huấn luyện dựa trên môi trường.</a:t>
            </a:r>
            <a:endParaRPr/>
          </a:p>
        </p:txBody>
      </p:sp>
      <p:sp>
        <p:nvSpPr>
          <p:cNvPr id="86" name="Google Shape;86;p14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>
                <a:solidFill>
                  <a:srgbClr val="000000"/>
                </a:solidFill>
              </a:rPr>
              <a:pPr defTabSz="1219170">
                <a:buClr>
                  <a:srgbClr val="000000"/>
                </a:buClr>
              </a:pPr>
              <a:t>9</a:t>
            </a:fld>
            <a:endParaRPr kern="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929F12-8803-7E23-72DD-E3D8CE88CFBE}"/>
              </a:ext>
            </a:extLst>
          </p:cNvPr>
          <p:cNvSpPr txBox="1"/>
          <p:nvPr/>
        </p:nvSpPr>
        <p:spPr>
          <a:xfrm>
            <a:off x="980179" y="2093976"/>
            <a:ext cx="5272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b) Lớp QTrainer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28572-F00E-DBD9-CB96-B01B975EB7C1}"/>
              </a:ext>
            </a:extLst>
          </p:cNvPr>
          <p:cNvSpPr txBox="1"/>
          <p:nvPr/>
        </p:nvSpPr>
        <p:spPr>
          <a:xfrm>
            <a:off x="1271016" y="2724912"/>
            <a:ext cx="490118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Kiểm tra state là mẫu đơn(simple sample) và thực hiện chuyển đổi thành batch mẫu nếu cần.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Sử dụng model để dự đoán Q cho trạng thái hiện tại(pred).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Tính toán Q cho trạng thái tiếp theo dựa trên phương trình Bellman.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Cập nhật giá trị Q mục tiêu cho hành động đã thực hiện.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Tính toán mất mát bằng hàm MSE, tính toán gradient của mất mát.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Cập nhật trọng số cho mạng.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895FBD-5698-EA6E-A065-52674484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43260"/>
            <a:ext cx="5098572" cy="4497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69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ctrTitle" idx="4294967295"/>
          </p:nvPr>
        </p:nvSpPr>
        <p:spPr>
          <a:xfrm>
            <a:off x="829056" y="731520"/>
            <a:ext cx="10533887" cy="1362456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/>
              <a:t>2. Xây dựng DQN đơn giản để huấn luyện dựa trên môi trường.</a:t>
            </a:r>
            <a:endParaRPr/>
          </a:p>
        </p:txBody>
      </p:sp>
      <p:sp>
        <p:nvSpPr>
          <p:cNvPr id="86" name="Google Shape;86;p14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>
                <a:solidFill>
                  <a:srgbClr val="000000"/>
                </a:solidFill>
              </a:rPr>
              <a:pPr defTabSz="1219170">
                <a:buClr>
                  <a:srgbClr val="000000"/>
                </a:buClr>
              </a:pPr>
              <a:t>10</a:t>
            </a:fld>
            <a:endParaRPr kern="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929F12-8803-7E23-72DD-E3D8CE88CFBE}"/>
              </a:ext>
            </a:extLst>
          </p:cNvPr>
          <p:cNvSpPr txBox="1"/>
          <p:nvPr/>
        </p:nvSpPr>
        <p:spPr>
          <a:xfrm>
            <a:off x="980179" y="2093976"/>
            <a:ext cx="5272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c) Lớp Agent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28572-F00E-DBD9-CB96-B01B975EB7C1}"/>
              </a:ext>
            </a:extLst>
          </p:cNvPr>
          <p:cNvSpPr txBox="1"/>
          <p:nvPr/>
        </p:nvSpPr>
        <p:spPr>
          <a:xfrm>
            <a:off x="1165600" y="2688336"/>
            <a:ext cx="4901184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Khởi tạo: memory – bộ nhớ replay lưu trữ bản ghi kinh nghiệm của agent, là hàng đợi với maxlen=MAX_MEMORY.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Model từ lớp Linear_QNet với 11 nút đầu vào, 256 ẩn và 3 nút đầu ra.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Trainer từ lớp Qtrainer với model vừa khởi tạo, lr = LR = 0.001, gamma = 0.9.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b="1" i="1" u="sng"/>
          </a:p>
          <a:p>
            <a:r>
              <a:rPr lang="en-US" sz="2000" b="1" i="1" u="sng"/>
              <a:t>Khởi tạo các thông số cơ bản chuẩn bị cho việc huấn luyện.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182B72-F90D-CD68-7D5C-C7EE25630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93976"/>
            <a:ext cx="5514932" cy="386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997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ctrTitle" idx="4294967295"/>
          </p:nvPr>
        </p:nvSpPr>
        <p:spPr>
          <a:xfrm>
            <a:off x="829056" y="731520"/>
            <a:ext cx="10533887" cy="1362456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/>
              <a:t>2. Xây dựng DQN đơn giản để huấn luyện dựa trên môi trường.</a:t>
            </a:r>
            <a:endParaRPr/>
          </a:p>
        </p:txBody>
      </p:sp>
      <p:sp>
        <p:nvSpPr>
          <p:cNvPr id="86" name="Google Shape;86;p14"/>
          <p:cNvSpPr txBox="1">
            <a:spLocks noGrp="1"/>
          </p:cNvSpPr>
          <p:nvPr>
            <p:ph type="sldNum" idx="12"/>
          </p:nvPr>
        </p:nvSpPr>
        <p:spPr>
          <a:xfrm>
            <a:off x="10879332" y="5857704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>
                <a:solidFill>
                  <a:srgbClr val="000000"/>
                </a:solidFill>
              </a:rPr>
              <a:pPr defTabSz="1219170">
                <a:buClr>
                  <a:srgbClr val="000000"/>
                </a:buClr>
              </a:pPr>
              <a:t>11</a:t>
            </a:fld>
            <a:endParaRPr kern="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929F12-8803-7E23-72DD-E3D8CE88CFBE}"/>
              </a:ext>
            </a:extLst>
          </p:cNvPr>
          <p:cNvSpPr txBox="1"/>
          <p:nvPr/>
        </p:nvSpPr>
        <p:spPr>
          <a:xfrm>
            <a:off x="980179" y="2093976"/>
            <a:ext cx="5272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c) Lớp Agent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28572-F00E-DBD9-CB96-B01B975EB7C1}"/>
              </a:ext>
            </a:extLst>
          </p:cNvPr>
          <p:cNvSpPr txBox="1"/>
          <p:nvPr/>
        </p:nvSpPr>
        <p:spPr>
          <a:xfrm>
            <a:off x="1165600" y="2688336"/>
            <a:ext cx="4901184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Khởi tạo: memory – bộ nhớ replay lưu trữ bản ghi kinh nghiệm của agent, là hàng đợi với maxlen=MAX_MEMORY.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Model từ lớp Linear_QNet với 11 nút đầu vào, 256 ẩn và 3 nút đầu ra.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Trainer từ lớp Qtrainer với model vừa khởi tạo, lr = LR = 0.001, gamma = 0.9.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b="1" i="1" u="sng"/>
          </a:p>
          <a:p>
            <a:r>
              <a:rPr lang="en-US" sz="2000" b="1" i="1" u="sng"/>
              <a:t>Khởi tạo các thông số cơ bản chuẩn bị cho việc huấn luyện. Các quá trình huấn luyện ở code.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182B72-F90D-CD68-7D5C-C7EE25630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93976"/>
            <a:ext cx="5514932" cy="386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651559"/>
      </p:ext>
    </p:extLst>
  </p:cSld>
  <p:clrMapOvr>
    <a:masterClrMapping/>
  </p:clrMapOvr>
</p:sld>
</file>

<file path=ppt/theme/theme1.xml><?xml version="1.0" encoding="utf-8"?>
<a:theme xmlns:a="http://schemas.openxmlformats.org/drawingml/2006/main" name="Jacquenetta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F3F3F3"/>
      </a:lt2>
      <a:accent1>
        <a:srgbClr val="000000"/>
      </a:accent1>
      <a:accent2>
        <a:srgbClr val="666666"/>
      </a:accent2>
      <a:accent3>
        <a:srgbClr val="999999"/>
      </a:accent3>
      <a:accent4>
        <a:srgbClr val="CCCCCC"/>
      </a:accent4>
      <a:accent5>
        <a:srgbClr val="EFEFEF"/>
      </a:accent5>
      <a:accent6>
        <a:srgbClr val="F6B26B"/>
      </a:accent6>
      <a:hlink>
        <a:srgbClr val="000000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E7E78477CFC374E8AA82542E218E7EC" ma:contentTypeVersion="6" ma:contentTypeDescription="Create a new document." ma:contentTypeScope="" ma:versionID="4443b9941a9a16f5cb162e4c8d951a7b">
  <xsd:schema xmlns:xsd="http://www.w3.org/2001/XMLSchema" xmlns:xs="http://www.w3.org/2001/XMLSchema" xmlns:p="http://schemas.microsoft.com/office/2006/metadata/properties" xmlns:ns3="857cb085-a7c1-4b61-acd5-9c3c02b8cdd6" targetNamespace="http://schemas.microsoft.com/office/2006/metadata/properties" ma:root="true" ma:fieldsID="5bf1f170dcecdf132d85355f0420a736" ns3:_="">
    <xsd:import namespace="857cb085-a7c1-4b61-acd5-9c3c02b8cdd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7cb085-a7c1-4b61-acd5-9c3c02b8cdd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57cb085-a7c1-4b61-acd5-9c3c02b8cdd6" xsi:nil="true"/>
  </documentManagement>
</p:properties>
</file>

<file path=customXml/itemProps1.xml><?xml version="1.0" encoding="utf-8"?>
<ds:datastoreItem xmlns:ds="http://schemas.openxmlformats.org/officeDocument/2006/customXml" ds:itemID="{CB72ECE1-767A-499C-82E3-3BD143CD37E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379F961-0EC3-4B32-B0AD-709632C55A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57cb085-a7c1-4b61-acd5-9c3c02b8cd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1E60CB0-6967-4E7D-8482-8C91660C4407}">
  <ds:schemaRefs>
    <ds:schemaRef ds:uri="http://schemas.microsoft.com/office/2006/metadata/properties"/>
    <ds:schemaRef ds:uri="http://purl.org/dc/dcmitype/"/>
    <ds:schemaRef ds:uri="http://schemas.microsoft.com/office/2006/documentManagement/types"/>
    <ds:schemaRef ds:uri="857cb085-a7c1-4b61-acd5-9c3c02b8cdd6"/>
    <ds:schemaRef ds:uri="http://purl.org/dc/elements/1.1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762</Words>
  <Application>Microsoft Office PowerPoint</Application>
  <PresentationFormat>Widescreen</PresentationFormat>
  <Paragraphs>77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Wingdings</vt:lpstr>
      <vt:lpstr>Work Sans</vt:lpstr>
      <vt:lpstr>Work Sans Light</vt:lpstr>
      <vt:lpstr>Jacquenetta template</vt:lpstr>
      <vt:lpstr>Deep Q-Learning hướng dẫn máy tính chơi game</vt:lpstr>
      <vt:lpstr>Nội dung:</vt:lpstr>
      <vt:lpstr>1. Xây dựng môi trường</vt:lpstr>
      <vt:lpstr>1. Xây dựng môi trường</vt:lpstr>
      <vt:lpstr>*Q-Learning</vt:lpstr>
      <vt:lpstr>2. Xây dựng DQN đơn giản để huấn luyện dựa trên môi trường.</vt:lpstr>
      <vt:lpstr>PowerPoint Presentation</vt:lpstr>
      <vt:lpstr>2. Xây dựng DQN đơn giản để huấn luyện dựa trên môi trường.</vt:lpstr>
      <vt:lpstr>2. Xây dựng DQN đơn giản để huấn luyện dựa trên môi trường.</vt:lpstr>
      <vt:lpstr>2. Xây dựng DQN đơn giản để huấn luyện dựa trên môi trường.</vt:lpstr>
      <vt:lpstr>2. Xây dựng DQN đơn giản để huấn luyện dựa trên môi trường.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Q-Learning hướng dẫn máy tính chơi game</dc:title>
  <dc:creator>Thái Viết Đại</dc:creator>
  <cp:lastModifiedBy>Thái Viết Đại</cp:lastModifiedBy>
  <cp:revision>14</cp:revision>
  <dcterms:created xsi:type="dcterms:W3CDTF">2024-05-10T03:25:28Z</dcterms:created>
  <dcterms:modified xsi:type="dcterms:W3CDTF">2024-05-28T12:29:30Z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0x0101000E7E78477CFC374E8AA82542E218E7EC</vt:lpwstr>
  </property>
</Properties>
</file>